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Lexend Light"/>
      <p:regular r:id="rId22"/>
      <p:bold r:id="rId23"/>
    </p:embeddedFont>
    <p:embeddedFont>
      <p:font typeface="Lexen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hmdPCW7Z77Tr6nO+UESUUr0fHN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6.xml"/><Relationship Id="rId24" Type="http://schemas.openxmlformats.org/officeDocument/2006/relationships/font" Target="fonts/Lexend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n"/>
          <p:cNvSpPr txBox="1"/>
          <p:nvPr/>
        </p:nvSpPr>
        <p:spPr>
          <a:xfrm>
            <a:off x="0" y="0"/>
            <a:ext cx="2971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n"/>
          <p:cNvSpPr txBox="1"/>
          <p:nvPr/>
        </p:nvSpPr>
        <p:spPr>
          <a:xfrm>
            <a:off x="3884613" y="0"/>
            <a:ext cx="2971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n"/>
          <p:cNvSpPr/>
          <p:nvPr>
            <p:ph idx="2" type="sldImg"/>
          </p:nvPr>
        </p:nvSpPr>
        <p:spPr>
          <a:xfrm>
            <a:off x="1143000" y="685800"/>
            <a:ext cx="455453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7" name="Google Shape;17;n"/>
          <p:cNvSpPr txBox="1"/>
          <p:nvPr>
            <p:ph idx="1" type="body"/>
          </p:nvPr>
        </p:nvSpPr>
        <p:spPr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n"/>
          <p:cNvSpPr txBox="1"/>
          <p:nvPr/>
        </p:nvSpPr>
        <p:spPr>
          <a:xfrm>
            <a:off x="0" y="8683625"/>
            <a:ext cx="2971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n"/>
          <p:cNvSpPr txBox="1"/>
          <p:nvPr>
            <p:ph idx="12" type="sldNum"/>
          </p:nvPr>
        </p:nvSpPr>
        <p:spPr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:notes"/>
          <p:cNvSpPr/>
          <p:nvPr>
            <p:ph idx="2" type="sldImg"/>
          </p:nvPr>
        </p:nvSpPr>
        <p:spPr>
          <a:xfrm>
            <a:off x="1146175" y="685800"/>
            <a:ext cx="454818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886" name="Google Shape;1886;p1:notes"/>
          <p:cNvSpPr txBox="1"/>
          <p:nvPr>
            <p:ph idx="1" type="body"/>
          </p:nvPr>
        </p:nvSpPr>
        <p:spPr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1:notes"/>
          <p:cNvSpPr txBox="1"/>
          <p:nvPr>
            <p:ph idx="12" type="sldNum"/>
          </p:nvPr>
        </p:nvSpPr>
        <p:spPr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3eed99d449e_0_95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4" name="Google Shape;1894;g3eed99d449e_0_9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g3eed99d449e_0_95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g3eed99d449e_0_95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eed99d449e_2_0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3eed99d449e_2_0:notes"/>
          <p:cNvSpPr txBox="1"/>
          <p:nvPr>
            <p:ph idx="1" type="body"/>
          </p:nvPr>
        </p:nvSpPr>
        <p:spPr>
          <a:xfrm>
            <a:off x="685800" y="4343400"/>
            <a:ext cx="5469000" cy="4097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g3eed99d449e_2_0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eed99d449e_0_104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g3eed99d449e_0_10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1" name="Google Shape;1911;g3eed99d449e_0_104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g3eed99d449e_0_104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3eed99d449e_0_0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g3eed99d449e_0_0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1" name="Google Shape;1921;g3eed99d449e_0_0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2" name="Google Shape;1922;g3eed99d449e_0_0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3eead5a18d0_0_7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0" name="Google Shape;1930;g3eead5a18d0_0_7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1" name="Google Shape;1931;g3eead5a18d0_0_7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2" name="Google Shape;1932;g3eead5a18d0_0_7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eed99d449e_0_9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g3eed99d449e_0_9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1" name="Google Shape;1941;g3eed99d449e_0_9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g3eed99d449e_0_9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3eed99d449e_0_18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g3eed99d449e_0_18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1" name="Google Shape;1951;g3eed99d449e_0_18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g3eed99d449e_0_18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3eed99d449e_0_30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g3eed99d449e_0_30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g3eed99d449e_0_30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g3eed99d449e_0_30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eed99d449e_0_39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0" name="Google Shape;1970;g3eed99d449e_0_39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1" name="Google Shape;1971;g3eed99d449e_0_39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2" name="Google Shape;1972;g3eed99d449e_0_39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3eed99d449e_0_48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0" name="Google Shape;1980;g3eed99d449e_0_48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1" name="Google Shape;1981;g3eed99d449e_0_48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2" name="Google Shape;1982;g3eed99d449e_0_48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eed99d449e_0_57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0" name="Google Shape;1990;g3eed99d449e_0_57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1" name="Google Shape;1991;g3eed99d449e_0_57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2" name="Google Shape;1992;g3eed99d449e_0_57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eed99d449e_0_66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0" name="Google Shape;2000;g3eed99d449e_0_6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1" name="Google Shape;2001;g3eed99d449e_0_66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g3eed99d449e_0_66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3eed99d449e_0_75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0" name="Google Shape;2010;g3eed99d449e_0_7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g3eed99d449e_0_75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2" name="Google Shape;2012;g3eed99d449e_0_75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3eed99d449e_0_86:notes"/>
          <p:cNvSpPr txBox="1"/>
          <p:nvPr>
            <p:ph idx="12" type="sldNum"/>
          </p:nvPr>
        </p:nvSpPr>
        <p:spPr>
          <a:xfrm>
            <a:off x="3884613" y="8685213"/>
            <a:ext cx="2954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0" name="Google Shape;2020;g3eed99d449e_0_8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g3eed99d449e_0_86:notes"/>
          <p:cNvSpPr txBox="1"/>
          <p:nvPr>
            <p:ph idx="1" type="body"/>
          </p:nvPr>
        </p:nvSpPr>
        <p:spPr>
          <a:xfrm>
            <a:off x="685800" y="4343400"/>
            <a:ext cx="5472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2" name="Google Shape;2022;g3eed99d449e_0_86:notes"/>
          <p:cNvSpPr/>
          <p:nvPr>
            <p:ph idx="2" type="sldImg"/>
          </p:nvPr>
        </p:nvSpPr>
        <p:spPr>
          <a:xfrm>
            <a:off x="1143000" y="685800"/>
            <a:ext cx="4554600" cy="341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51:notes"/>
          <p:cNvSpPr txBox="1"/>
          <p:nvPr>
            <p:ph idx="1" type="body"/>
          </p:nvPr>
        </p:nvSpPr>
        <p:spPr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0" name="Google Shape;2030;p51:notes"/>
          <p:cNvSpPr/>
          <p:nvPr>
            <p:ph idx="2" type="sldImg"/>
          </p:nvPr>
        </p:nvSpPr>
        <p:spPr>
          <a:xfrm>
            <a:off x="1143000" y="685800"/>
            <a:ext cx="4554538" cy="34115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76c0514295_0_394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76c0514295_0_3949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g376c0514295_0_3949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g376c0514295_0_3949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76c0514295_0_3949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76c0514295_0_3949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g376c0514295_0_2981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34" name="Google Shape;34;g376c0514295_0_298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76c0514295_0_298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76c0514295_0_298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376c0514295_0_298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76c0514295_0_298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76c0514295_0_298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76c0514295_0_298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76c0514295_0_298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76c0514295_0_298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76c0514295_0_298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76c0514295_0_298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376c0514295_0_298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76c0514295_0_298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76c0514295_0_298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76c0514295_0_298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76c0514295_0_298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76c0514295_0_298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76c0514295_0_298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76c0514295_0_298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76c0514295_0_298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76c0514295_0_298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76c0514295_0_298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76c0514295_0_298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76c0514295_0_298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76c0514295_0_298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76c0514295_0_298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76c0514295_0_298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76c0514295_0_298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76c0514295_0_298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76c0514295_0_298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76c0514295_0_298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76c0514295_0_298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76c0514295_0_298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76c0514295_0_298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376c0514295_0_298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376c0514295_0_298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76c0514295_0_298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376c0514295_0_298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376c0514295_0_298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76c0514295_0_298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376c0514295_0_298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76c0514295_0_298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76c0514295_0_298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76c0514295_0_298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76c0514295_0_298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76c0514295_0_298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376c0514295_0_298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76c0514295_0_298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76c0514295_0_298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76c0514295_0_298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76c0514295_0_298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76c0514295_0_298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376c0514295_0_298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376c0514295_0_298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76c0514295_0_298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76c0514295_0_298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76c0514295_0_298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76c0514295_0_298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76c0514295_0_298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376c0514295_0_2981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6c0514295_0_2981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76c0514295_0_2981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g376c0514295_0_2981"/>
          <p:cNvSpPr txBox="1"/>
          <p:nvPr>
            <p:ph idx="1" type="subTitle"/>
          </p:nvPr>
        </p:nvSpPr>
        <p:spPr>
          <a:xfrm>
            <a:off x="208725" y="3286600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76c0514295_0_2981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6c0514295_0_2095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76c0514295_0_2095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1" name="Google Shape;101;g376c0514295_0_2095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" name="Google Shape;102;g376c0514295_0_2095"/>
          <p:cNvSpPr txBox="1"/>
          <p:nvPr>
            <p:ph idx="2" type="subTitle"/>
          </p:nvPr>
        </p:nvSpPr>
        <p:spPr>
          <a:xfrm>
            <a:off x="5767125" y="567367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76c0514295_0_2095"/>
          <p:cNvSpPr txBox="1"/>
          <p:nvPr>
            <p:ph type="title"/>
          </p:nvPr>
        </p:nvSpPr>
        <p:spPr>
          <a:xfrm>
            <a:off x="208725" y="458900"/>
            <a:ext cx="53409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g376c0514295_0_2095"/>
          <p:cNvSpPr txBox="1"/>
          <p:nvPr>
            <p:ph idx="3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" name="Google Shape;105;g376c0514295_0_2095"/>
          <p:cNvSpPr txBox="1"/>
          <p:nvPr>
            <p:ph idx="4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4224">
          <p15:clr>
            <a:srgbClr val="E46962"/>
          </p15:clr>
        </p15:guide>
        <p15:guide id="3" orient="horz" pos="124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376c0514295_0_210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08" name="Google Shape;108;g376c0514295_0_210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76c0514295_0_210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76c0514295_0_210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76c0514295_0_210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76c0514295_0_210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76c0514295_0_210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76c0514295_0_210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76c0514295_0_210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76c0514295_0_210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76c0514295_0_210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76c0514295_0_210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76c0514295_0_210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76c0514295_0_210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76c0514295_0_210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76c0514295_0_210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76c0514295_0_210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76c0514295_0_210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76c0514295_0_210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76c0514295_0_210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76c0514295_0_210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76c0514295_0_210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76c0514295_0_210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376c0514295_0_210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76c0514295_0_210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76c0514295_0_210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76c0514295_0_210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76c0514295_0_210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76c0514295_0_210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76c0514295_0_210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76c0514295_0_210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76c0514295_0_210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76c0514295_0_210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76c0514295_0_210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76c0514295_0_210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76c0514295_0_210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76c0514295_0_210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76c0514295_0_210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76c0514295_0_210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76c0514295_0_210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76c0514295_0_210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76c0514295_0_210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76c0514295_0_210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76c0514295_0_210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76c0514295_0_210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76c0514295_0_210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76c0514295_0_210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76c0514295_0_210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76c0514295_0_210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376c0514295_0_210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76c0514295_0_210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76c0514295_0_210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76c0514295_0_210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76c0514295_0_210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76c0514295_0_210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376c0514295_0_210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76c0514295_0_210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76c0514295_0_210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76c0514295_0_210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76c0514295_0_210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g376c0514295_0_210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6c0514295_0_210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9" name="Google Shape;169;g376c0514295_0_2103"/>
          <p:cNvSpPr txBox="1"/>
          <p:nvPr>
            <p:ph type="title"/>
          </p:nvPr>
        </p:nvSpPr>
        <p:spPr>
          <a:xfrm>
            <a:off x="209775" y="624767"/>
            <a:ext cx="5016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g376c0514295_0_2103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" name="Google Shape;171;g376c0514295_0_2103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" name="Google Shape;172;g376c0514295_0_2103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76c0514295_0_2170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75" name="Google Shape;175;g376c0514295_0_217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76c0514295_0_217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76c0514295_0_217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76c0514295_0_217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76c0514295_0_217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76c0514295_0_217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76c0514295_0_217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76c0514295_0_217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76c0514295_0_217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76c0514295_0_217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76c0514295_0_217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76c0514295_0_217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76c0514295_0_217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76c0514295_0_217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76c0514295_0_217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76c0514295_0_217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76c0514295_0_217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76c0514295_0_217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76c0514295_0_217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76c0514295_0_217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76c0514295_0_217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76c0514295_0_217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76c0514295_0_217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76c0514295_0_217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76c0514295_0_217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76c0514295_0_217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76c0514295_0_217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76c0514295_0_217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76c0514295_0_217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76c0514295_0_217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76c0514295_0_217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76c0514295_0_217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76c0514295_0_217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76c0514295_0_217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76c0514295_0_217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76c0514295_0_217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76c0514295_0_217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76c0514295_0_217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76c0514295_0_217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76c0514295_0_217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76c0514295_0_217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76c0514295_0_217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76c0514295_0_217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76c0514295_0_217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76c0514295_0_217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76c0514295_0_217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76c0514295_0_217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76c0514295_0_217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76c0514295_0_217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76c0514295_0_217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76c0514295_0_217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76c0514295_0_217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76c0514295_0_217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76c0514295_0_217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76c0514295_0_217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76c0514295_0_217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76c0514295_0_217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76c0514295_0_217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76c0514295_0_217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g376c0514295_0_2170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76c0514295_0_2170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6" name="Google Shape;236;g376c0514295_0_2170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g376c0514295_0_2170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" name="Google Shape;238;g376c0514295_0_2170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g376c0514295_0_2170"/>
          <p:cNvSpPr txBox="1"/>
          <p:nvPr>
            <p:ph idx="4" type="subTitle"/>
          </p:nvPr>
        </p:nvSpPr>
        <p:spPr>
          <a:xfrm>
            <a:off x="5767125" y="763600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g376c0514295_0_2170"/>
          <p:cNvSpPr txBox="1"/>
          <p:nvPr>
            <p:ph type="title"/>
          </p:nvPr>
        </p:nvSpPr>
        <p:spPr>
          <a:xfrm>
            <a:off x="208725" y="458900"/>
            <a:ext cx="53409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96">
          <p15:clr>
            <a:srgbClr val="E46962"/>
          </p15:clr>
        </p15:guide>
        <p15:guide id="3" orient="horz" pos="4224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g376c0514295_0_2238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243" name="Google Shape;243;g376c0514295_0_223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76c0514295_0_223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76c0514295_0_223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76c0514295_0_223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76c0514295_0_223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76c0514295_0_223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76c0514295_0_223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76c0514295_0_223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76c0514295_0_223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76c0514295_0_223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76c0514295_0_223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76c0514295_0_223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76c0514295_0_223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76c0514295_0_223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76c0514295_0_223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76c0514295_0_223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76c0514295_0_223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76c0514295_0_223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76c0514295_0_223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76c0514295_0_223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376c0514295_0_223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376c0514295_0_223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76c0514295_0_223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76c0514295_0_223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76c0514295_0_223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76c0514295_0_223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76c0514295_0_223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76c0514295_0_223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76c0514295_0_223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76c0514295_0_223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76c0514295_0_223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76c0514295_0_223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376c0514295_0_223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76c0514295_0_223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76c0514295_0_223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76c0514295_0_223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76c0514295_0_223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76c0514295_0_223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76c0514295_0_223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76c0514295_0_223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76c0514295_0_223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76c0514295_0_223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76c0514295_0_223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76c0514295_0_223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76c0514295_0_223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76c0514295_0_223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76c0514295_0_223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76c0514295_0_223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76c0514295_0_223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76c0514295_0_223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76c0514295_0_223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76c0514295_0_223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76c0514295_0_223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76c0514295_0_223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76c0514295_0_223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76c0514295_0_223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76c0514295_0_223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76c0514295_0_223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76c0514295_0_223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g376c0514295_0_2238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76c0514295_0_2238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4" name="Google Shape;304;g376c0514295_0_2238"/>
          <p:cNvSpPr txBox="1"/>
          <p:nvPr>
            <p:ph type="title"/>
          </p:nvPr>
        </p:nvSpPr>
        <p:spPr>
          <a:xfrm>
            <a:off x="1579100" y="654967"/>
            <a:ext cx="49662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g376c0514295_0_2238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" name="Google Shape;306;g376c0514295_0_2238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" name="Google Shape;307;g376c0514295_0_2238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96">
          <p15:clr>
            <a:srgbClr val="E46962"/>
          </p15:clr>
        </p15:guide>
        <p15:guide id="3" orient="horz" pos="4224">
          <p15:clr>
            <a:srgbClr val="E46962"/>
          </p15:clr>
        </p15:guide>
        <p15:guide id="4" orient="horz" pos="96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g376c0514295_0_2305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310" name="Google Shape;310;g376c0514295_0_230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76c0514295_0_230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76c0514295_0_230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76c0514295_0_230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76c0514295_0_230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76c0514295_0_230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76c0514295_0_230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76c0514295_0_230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76c0514295_0_230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76c0514295_0_230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76c0514295_0_230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76c0514295_0_230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76c0514295_0_230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76c0514295_0_230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76c0514295_0_230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76c0514295_0_230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76c0514295_0_230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76c0514295_0_230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76c0514295_0_230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76c0514295_0_230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76c0514295_0_230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76c0514295_0_230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76c0514295_0_230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76c0514295_0_230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76c0514295_0_230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76c0514295_0_230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76c0514295_0_230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76c0514295_0_230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76c0514295_0_230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76c0514295_0_230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76c0514295_0_230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76c0514295_0_230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76c0514295_0_230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76c0514295_0_230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76c0514295_0_230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76c0514295_0_230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76c0514295_0_230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76c0514295_0_230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76c0514295_0_230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76c0514295_0_230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76c0514295_0_230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76c0514295_0_230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76c0514295_0_230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76c0514295_0_230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76c0514295_0_230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76c0514295_0_230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76c0514295_0_230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76c0514295_0_230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76c0514295_0_230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76c0514295_0_230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76c0514295_0_230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76c0514295_0_230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76c0514295_0_230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76c0514295_0_230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76c0514295_0_230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76c0514295_0_230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76c0514295_0_230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76c0514295_0_230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376c0514295_0_230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g376c0514295_0_2305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76c0514295_0_2305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g376c0514295_0_2305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2" name="Google Shape;372;g376c0514295_0_2305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3" name="Google Shape;373;g376c0514295_0_2305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4" name="Google Shape;374;g376c0514295_0_2305"/>
          <p:cNvSpPr txBox="1"/>
          <p:nvPr>
            <p:ph idx="4" type="subTitle"/>
          </p:nvPr>
        </p:nvSpPr>
        <p:spPr>
          <a:xfrm>
            <a:off x="516425" y="3397600"/>
            <a:ext cx="37362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76c0514295_0_2305"/>
          <p:cNvSpPr txBox="1"/>
          <p:nvPr>
            <p:ph idx="5" type="subTitle"/>
          </p:nvPr>
        </p:nvSpPr>
        <p:spPr>
          <a:xfrm>
            <a:off x="5128850" y="3397600"/>
            <a:ext cx="3679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g376c0514295_0_2305"/>
          <p:cNvSpPr txBox="1"/>
          <p:nvPr>
            <p:ph type="title"/>
          </p:nvPr>
        </p:nvSpPr>
        <p:spPr>
          <a:xfrm>
            <a:off x="209775" y="624767"/>
            <a:ext cx="6048900" cy="19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g376c0514295_0_237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379" name="Google Shape;379;g376c0514295_0_237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76c0514295_0_237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76c0514295_0_237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76c0514295_0_237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76c0514295_0_237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76c0514295_0_237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76c0514295_0_237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76c0514295_0_237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76c0514295_0_237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76c0514295_0_237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76c0514295_0_237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76c0514295_0_237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76c0514295_0_237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76c0514295_0_237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76c0514295_0_237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376c0514295_0_237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76c0514295_0_237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76c0514295_0_237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76c0514295_0_237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76c0514295_0_237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76c0514295_0_237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76c0514295_0_237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76c0514295_0_237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76c0514295_0_237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76c0514295_0_237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76c0514295_0_237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76c0514295_0_237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76c0514295_0_237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76c0514295_0_237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76c0514295_0_237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376c0514295_0_237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76c0514295_0_237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376c0514295_0_237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76c0514295_0_237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76c0514295_0_237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76c0514295_0_237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76c0514295_0_237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76c0514295_0_237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76c0514295_0_237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76c0514295_0_237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76c0514295_0_237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76c0514295_0_237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76c0514295_0_237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76c0514295_0_237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76c0514295_0_237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76c0514295_0_237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76c0514295_0_237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76c0514295_0_237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76c0514295_0_237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76c0514295_0_237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76c0514295_0_237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76c0514295_0_237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76c0514295_0_237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76c0514295_0_237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76c0514295_0_237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76c0514295_0_237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76c0514295_0_237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76c0514295_0_237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76c0514295_0_237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g376c0514295_0_237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76c0514295_0_237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0" name="Google Shape;440;g376c0514295_0_2374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41" name="Google Shape;441;g376c0514295_0_2374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42" name="Google Shape;442;g376c0514295_0_2374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3" name="Google Shape;443;g376c0514295_0_2374"/>
          <p:cNvSpPr txBox="1"/>
          <p:nvPr>
            <p:ph type="title"/>
          </p:nvPr>
        </p:nvSpPr>
        <p:spPr>
          <a:xfrm>
            <a:off x="209775" y="624767"/>
            <a:ext cx="6048900" cy="19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g376c0514295_0_2441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446" name="Google Shape;446;g376c0514295_0_244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76c0514295_0_244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76c0514295_0_244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76c0514295_0_244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76c0514295_0_244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76c0514295_0_244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76c0514295_0_244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76c0514295_0_244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76c0514295_0_244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76c0514295_0_244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376c0514295_0_244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76c0514295_0_244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76c0514295_0_244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76c0514295_0_244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76c0514295_0_244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76c0514295_0_244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76c0514295_0_244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76c0514295_0_244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76c0514295_0_244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76c0514295_0_244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76c0514295_0_244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76c0514295_0_244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76c0514295_0_244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76c0514295_0_244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76c0514295_0_244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376c0514295_0_244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76c0514295_0_244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76c0514295_0_244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76c0514295_0_244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76c0514295_0_244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376c0514295_0_244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76c0514295_0_244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376c0514295_0_244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376c0514295_0_244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376c0514295_0_244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376c0514295_0_244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376c0514295_0_244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376c0514295_0_244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76c0514295_0_244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76c0514295_0_244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76c0514295_0_244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376c0514295_0_244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376c0514295_0_244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376c0514295_0_244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76c0514295_0_244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76c0514295_0_244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76c0514295_0_244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76c0514295_0_244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76c0514295_0_244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376c0514295_0_244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376c0514295_0_244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76c0514295_0_244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376c0514295_0_244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376c0514295_0_244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76c0514295_0_244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376c0514295_0_244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376c0514295_0_244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76c0514295_0_244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376c0514295_0_244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g376c0514295_0_2441"/>
          <p:cNvSpPr txBox="1"/>
          <p:nvPr>
            <p:ph type="title"/>
          </p:nvPr>
        </p:nvSpPr>
        <p:spPr>
          <a:xfrm>
            <a:off x="209775" y="624767"/>
            <a:ext cx="5016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g376c0514295_0_2441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76c0514295_0_2441"/>
          <p:cNvSpPr txBox="1"/>
          <p:nvPr/>
        </p:nvSpPr>
        <p:spPr>
          <a:xfrm>
            <a:off x="0" y="-528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i="0" sz="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g376c0514295_0_2441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76c0514295_0_2441"/>
          <p:cNvSpPr txBox="1"/>
          <p:nvPr>
            <p:ph idx="1" type="body"/>
          </p:nvPr>
        </p:nvSpPr>
        <p:spPr>
          <a:xfrm>
            <a:off x="7895425" y="-52800"/>
            <a:ext cx="1138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10" name="Google Shape;510;g376c0514295_0_2441"/>
          <p:cNvSpPr txBox="1"/>
          <p:nvPr>
            <p:ph idx="2" type="body"/>
          </p:nvPr>
        </p:nvSpPr>
        <p:spPr>
          <a:xfrm>
            <a:off x="167325" y="-52800"/>
            <a:ext cx="1169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11" name="Google Shape;511;g376c0514295_0_2441"/>
          <p:cNvSpPr txBox="1"/>
          <p:nvPr>
            <p:ph idx="3" type="body"/>
          </p:nvPr>
        </p:nvSpPr>
        <p:spPr>
          <a:xfrm>
            <a:off x="940775" y="-52800"/>
            <a:ext cx="3810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2" name="Google Shape;512;g376c0514295_0_2441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g376c0514295_0_2510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515" name="Google Shape;515;g376c0514295_0_25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76c0514295_0_25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76c0514295_0_25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76c0514295_0_25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76c0514295_0_25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76c0514295_0_25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76c0514295_0_25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76c0514295_0_25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76c0514295_0_25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76c0514295_0_25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376c0514295_0_25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376c0514295_0_25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76c0514295_0_25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76c0514295_0_25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76c0514295_0_25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376c0514295_0_25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76c0514295_0_25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76c0514295_0_25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76c0514295_0_25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76c0514295_0_25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76c0514295_0_25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76c0514295_0_25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76c0514295_0_25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76c0514295_0_25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76c0514295_0_25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376c0514295_0_25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76c0514295_0_25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76c0514295_0_25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76c0514295_0_25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76c0514295_0_25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76c0514295_0_25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76c0514295_0_25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76c0514295_0_25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76c0514295_0_25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76c0514295_0_25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76c0514295_0_25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76c0514295_0_25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76c0514295_0_25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76c0514295_0_25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76c0514295_0_25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76c0514295_0_25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76c0514295_0_25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76c0514295_0_25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76c0514295_0_25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376c0514295_0_25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76c0514295_0_25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76c0514295_0_25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76c0514295_0_25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76c0514295_0_25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76c0514295_0_25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76c0514295_0_25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76c0514295_0_25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76c0514295_0_25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76c0514295_0_25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76c0514295_0_25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76c0514295_0_25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76c0514295_0_25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76c0514295_0_25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76c0514295_0_25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4" name="Google Shape;574;g376c0514295_0_2510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76c0514295_0_2510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76c0514295_0_2510"/>
          <p:cNvSpPr txBox="1"/>
          <p:nvPr>
            <p:ph type="title"/>
          </p:nvPr>
        </p:nvSpPr>
        <p:spPr>
          <a:xfrm>
            <a:off x="208725" y="458900"/>
            <a:ext cx="53409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g376c0514295_0_2510"/>
          <p:cNvSpPr txBox="1"/>
          <p:nvPr>
            <p:ph idx="1" type="subTitle"/>
          </p:nvPr>
        </p:nvSpPr>
        <p:spPr>
          <a:xfrm>
            <a:off x="5767125" y="567367"/>
            <a:ext cx="3238500" cy="4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8" name="Google Shape;578;g376c0514295_0_2510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g376c0514295_0_2576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581" name="Google Shape;581;g376c0514295_0_257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76c0514295_0_257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76c0514295_0_257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76c0514295_0_257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376c0514295_0_257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76c0514295_0_257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76c0514295_0_257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76c0514295_0_257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76c0514295_0_257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76c0514295_0_257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376c0514295_0_257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76c0514295_0_257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376c0514295_0_257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376c0514295_0_257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76c0514295_0_257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76c0514295_0_257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76c0514295_0_257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76c0514295_0_257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76c0514295_0_257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376c0514295_0_257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376c0514295_0_257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376c0514295_0_257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76c0514295_0_257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76c0514295_0_257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376c0514295_0_257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376c0514295_0_257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376c0514295_0_257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376c0514295_0_257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376c0514295_0_257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76c0514295_0_257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76c0514295_0_257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76c0514295_0_257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76c0514295_0_257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76c0514295_0_257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376c0514295_0_257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76c0514295_0_257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76c0514295_0_257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76c0514295_0_257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76c0514295_0_257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76c0514295_0_257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76c0514295_0_257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76c0514295_0_257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76c0514295_0_257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76c0514295_0_257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376c0514295_0_257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76c0514295_0_257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76c0514295_0_257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76c0514295_0_257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76c0514295_0_257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76c0514295_0_257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76c0514295_0_257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76c0514295_0_257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76c0514295_0_257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76c0514295_0_257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76c0514295_0_257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76c0514295_0_257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76c0514295_0_257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76c0514295_0_257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76c0514295_0_257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0" name="Google Shape;640;g376c0514295_0_2576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76c0514295_0_2576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76c0514295_0_2576"/>
          <p:cNvSpPr txBox="1"/>
          <p:nvPr>
            <p:ph type="title"/>
          </p:nvPr>
        </p:nvSpPr>
        <p:spPr>
          <a:xfrm>
            <a:off x="208725" y="458900"/>
            <a:ext cx="53409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3" name="Google Shape;643;g376c0514295_0_2576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g376c0514295_0_2641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646" name="Google Shape;646;g376c0514295_0_264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76c0514295_0_264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76c0514295_0_264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76c0514295_0_264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376c0514295_0_264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76c0514295_0_264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76c0514295_0_264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76c0514295_0_264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76c0514295_0_264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76c0514295_0_264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76c0514295_0_264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76c0514295_0_264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76c0514295_0_264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76c0514295_0_264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76c0514295_0_264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76c0514295_0_264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76c0514295_0_264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76c0514295_0_264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76c0514295_0_264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76c0514295_0_264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76c0514295_0_264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76c0514295_0_264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76c0514295_0_264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76c0514295_0_264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76c0514295_0_264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76c0514295_0_264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76c0514295_0_264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76c0514295_0_264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76c0514295_0_264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76c0514295_0_264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76c0514295_0_264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76c0514295_0_264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76c0514295_0_264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76c0514295_0_264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76c0514295_0_264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76c0514295_0_264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76c0514295_0_264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76c0514295_0_264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76c0514295_0_264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76c0514295_0_264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76c0514295_0_264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76c0514295_0_264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76c0514295_0_264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76c0514295_0_264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76c0514295_0_264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76c0514295_0_264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376c0514295_0_264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76c0514295_0_264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76c0514295_0_264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76c0514295_0_264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76c0514295_0_264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76c0514295_0_264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76c0514295_0_264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76c0514295_0_264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76c0514295_0_264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76c0514295_0_264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76c0514295_0_264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76c0514295_0_264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76c0514295_0_264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g376c0514295_0_2641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76c0514295_0_2641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76c0514295_0_2641"/>
          <p:cNvSpPr txBox="1"/>
          <p:nvPr>
            <p:ph type="title"/>
          </p:nvPr>
        </p:nvSpPr>
        <p:spPr>
          <a:xfrm>
            <a:off x="208725" y="458900"/>
            <a:ext cx="76404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8" name="Google Shape;708;g376c0514295_0_2641"/>
          <p:cNvSpPr txBox="1"/>
          <p:nvPr>
            <p:ph idx="1" type="body"/>
          </p:nvPr>
        </p:nvSpPr>
        <p:spPr>
          <a:xfrm>
            <a:off x="208725" y="3093833"/>
            <a:ext cx="73539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09" name="Google Shape;709;g376c0514295_0_2641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g376c0514295_0_270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712" name="Google Shape;712;g376c0514295_0_270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76c0514295_0_270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76c0514295_0_270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376c0514295_0_270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376c0514295_0_270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376c0514295_0_270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76c0514295_0_270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76c0514295_0_270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76c0514295_0_270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376c0514295_0_270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376c0514295_0_270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g376c0514295_0_270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g376c0514295_0_270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g376c0514295_0_270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76c0514295_0_270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76c0514295_0_270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76c0514295_0_270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76c0514295_0_270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76c0514295_0_270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g376c0514295_0_270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376c0514295_0_270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76c0514295_0_270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76c0514295_0_270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76c0514295_0_270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76c0514295_0_270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76c0514295_0_270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76c0514295_0_270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76c0514295_0_270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376c0514295_0_270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g376c0514295_0_270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76c0514295_0_270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376c0514295_0_270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g376c0514295_0_270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76c0514295_0_270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376c0514295_0_270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376c0514295_0_270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76c0514295_0_270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76c0514295_0_270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g376c0514295_0_270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76c0514295_0_270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76c0514295_0_270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76c0514295_0_270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76c0514295_0_270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76c0514295_0_270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376c0514295_0_270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76c0514295_0_270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g376c0514295_0_270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376c0514295_0_270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76c0514295_0_270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76c0514295_0_270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376c0514295_0_270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76c0514295_0_270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76c0514295_0_270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76c0514295_0_270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76c0514295_0_270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376c0514295_0_270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g376c0514295_0_270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76c0514295_0_270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76c0514295_0_270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1" name="Google Shape;771;g376c0514295_0_270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76c0514295_0_270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76c0514295_0_2707"/>
          <p:cNvSpPr txBox="1"/>
          <p:nvPr>
            <p:ph type="title"/>
          </p:nvPr>
        </p:nvSpPr>
        <p:spPr>
          <a:xfrm>
            <a:off x="208725" y="458900"/>
            <a:ext cx="74184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g376c0514295_0_2707"/>
          <p:cNvSpPr txBox="1"/>
          <p:nvPr>
            <p:ph idx="1" type="body"/>
          </p:nvPr>
        </p:nvSpPr>
        <p:spPr>
          <a:xfrm>
            <a:off x="208725" y="3093833"/>
            <a:ext cx="42549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75" name="Google Shape;775;g376c0514295_0_2707"/>
          <p:cNvSpPr txBox="1"/>
          <p:nvPr>
            <p:ph idx="2" type="body"/>
          </p:nvPr>
        </p:nvSpPr>
        <p:spPr>
          <a:xfrm>
            <a:off x="4684150" y="3093833"/>
            <a:ext cx="42549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76" name="Google Shape;776;g376c0514295_0_270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g376c0514295_0_277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779" name="Google Shape;779;g376c0514295_0_277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76c0514295_0_277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76c0514295_0_277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76c0514295_0_277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76c0514295_0_277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76c0514295_0_277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76c0514295_0_277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76c0514295_0_277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76c0514295_0_277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76c0514295_0_277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76c0514295_0_277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76c0514295_0_277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76c0514295_0_277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76c0514295_0_277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76c0514295_0_277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76c0514295_0_277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76c0514295_0_277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76c0514295_0_277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376c0514295_0_277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76c0514295_0_277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76c0514295_0_277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76c0514295_0_277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76c0514295_0_277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76c0514295_0_277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76c0514295_0_277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376c0514295_0_277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g376c0514295_0_277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76c0514295_0_277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76c0514295_0_277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76c0514295_0_277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76c0514295_0_277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76c0514295_0_277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76c0514295_0_277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376c0514295_0_277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76c0514295_0_277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76c0514295_0_277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376c0514295_0_277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76c0514295_0_277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76c0514295_0_277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g376c0514295_0_277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76c0514295_0_277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76c0514295_0_277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76c0514295_0_277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76c0514295_0_277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76c0514295_0_277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76c0514295_0_277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76c0514295_0_277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g376c0514295_0_277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376c0514295_0_277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376c0514295_0_277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g376c0514295_0_277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g376c0514295_0_277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g376c0514295_0_277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g376c0514295_0_277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g376c0514295_0_277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g376c0514295_0_277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g376c0514295_0_277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g376c0514295_0_277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g376c0514295_0_277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g376c0514295_0_277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76c0514295_0_277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76c0514295_0_2774"/>
          <p:cNvSpPr txBox="1"/>
          <p:nvPr>
            <p:ph type="title"/>
          </p:nvPr>
        </p:nvSpPr>
        <p:spPr>
          <a:xfrm>
            <a:off x="208725" y="458900"/>
            <a:ext cx="76011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1" name="Google Shape;841;g376c0514295_0_277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g376c0514295_0_2839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844" name="Google Shape;844;g376c0514295_0_283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g376c0514295_0_283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g376c0514295_0_283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g376c0514295_0_283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g376c0514295_0_283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g376c0514295_0_283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g376c0514295_0_283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g376c0514295_0_283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g376c0514295_0_283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g376c0514295_0_283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g376c0514295_0_283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g376c0514295_0_283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g376c0514295_0_283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g376c0514295_0_283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g376c0514295_0_283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g376c0514295_0_283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g376c0514295_0_283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g376c0514295_0_283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g376c0514295_0_283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g376c0514295_0_283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g376c0514295_0_283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g376c0514295_0_283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376c0514295_0_283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g376c0514295_0_283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g376c0514295_0_283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376c0514295_0_283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76c0514295_0_283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376c0514295_0_283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g376c0514295_0_283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g376c0514295_0_283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376c0514295_0_283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g376c0514295_0_283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g376c0514295_0_283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76c0514295_0_283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g376c0514295_0_283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376c0514295_0_283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g376c0514295_0_283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g376c0514295_0_283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g376c0514295_0_283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g376c0514295_0_283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g376c0514295_0_283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g376c0514295_0_283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76c0514295_0_283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76c0514295_0_283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76c0514295_0_283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g376c0514295_0_283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376c0514295_0_283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376c0514295_0_283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76c0514295_0_283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376c0514295_0_283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76c0514295_0_283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76c0514295_0_283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76c0514295_0_283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76c0514295_0_283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76c0514295_0_283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76c0514295_0_283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76c0514295_0_283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76c0514295_0_283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76c0514295_0_283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3" name="Google Shape;903;g376c0514295_0_2839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76c0514295_0_2839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76c0514295_0_2839"/>
          <p:cNvSpPr txBox="1"/>
          <p:nvPr>
            <p:ph type="title"/>
          </p:nvPr>
        </p:nvSpPr>
        <p:spPr>
          <a:xfrm>
            <a:off x="208725" y="458900"/>
            <a:ext cx="55584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6" name="Google Shape;906;g376c0514295_0_2839"/>
          <p:cNvSpPr txBox="1"/>
          <p:nvPr>
            <p:ph idx="1" type="subTitle"/>
          </p:nvPr>
        </p:nvSpPr>
        <p:spPr>
          <a:xfrm>
            <a:off x="5767125" y="567367"/>
            <a:ext cx="32385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g376c0514295_0_2839"/>
          <p:cNvSpPr txBox="1"/>
          <p:nvPr>
            <p:ph idx="2" type="body"/>
          </p:nvPr>
        </p:nvSpPr>
        <p:spPr>
          <a:xfrm>
            <a:off x="208725" y="4067100"/>
            <a:ext cx="66666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08" name="Google Shape;908;g376c0514295_0_2839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g376c0514295_0_2906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911" name="Google Shape;911;g376c0514295_0_290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g376c0514295_0_290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g376c0514295_0_290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76c0514295_0_290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376c0514295_0_290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376c0514295_0_290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376c0514295_0_290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376c0514295_0_290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376c0514295_0_290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376c0514295_0_290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376c0514295_0_290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g376c0514295_0_290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376c0514295_0_290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376c0514295_0_290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376c0514295_0_290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376c0514295_0_290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g376c0514295_0_290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76c0514295_0_290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g376c0514295_0_290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g376c0514295_0_290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376c0514295_0_290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g376c0514295_0_290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g376c0514295_0_290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g376c0514295_0_290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g376c0514295_0_290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g376c0514295_0_290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g376c0514295_0_290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376c0514295_0_290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376c0514295_0_290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376c0514295_0_290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76c0514295_0_290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76c0514295_0_290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376c0514295_0_290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376c0514295_0_290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376c0514295_0_290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376c0514295_0_290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376c0514295_0_290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76c0514295_0_290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g376c0514295_0_290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376c0514295_0_290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376c0514295_0_290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g376c0514295_0_290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g376c0514295_0_290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76c0514295_0_290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376c0514295_0_290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76c0514295_0_290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376c0514295_0_290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g376c0514295_0_290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g376c0514295_0_290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76c0514295_0_290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376c0514295_0_290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g376c0514295_0_290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376c0514295_0_290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376c0514295_0_290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76c0514295_0_290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76c0514295_0_290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76c0514295_0_290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376c0514295_0_290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376c0514295_0_290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g376c0514295_0_2906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76c0514295_0_2906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76c0514295_0_2906"/>
          <p:cNvSpPr txBox="1"/>
          <p:nvPr>
            <p:ph type="title"/>
          </p:nvPr>
        </p:nvSpPr>
        <p:spPr>
          <a:xfrm>
            <a:off x="836250" y="2092200"/>
            <a:ext cx="74715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3" name="Google Shape;973;g376c0514295_0_2906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76c0514295_0_297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6" name="Google Shape;976;g376c0514295_0_297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7" name="Google Shape;977;g376c0514295_0_297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76c0514295_0_2975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76c0514295_0_2975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1" name="Google Shape;981;g376c0514295_0_2975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2" name="Google Shape;982;g376c0514295_0_2975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83" name="Google Shape;983;g376c0514295_0_297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oogle Shape;985;g376c0514295_0_304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986" name="Google Shape;986;g376c0514295_0_304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76c0514295_0_304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376c0514295_0_304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76c0514295_0_304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376c0514295_0_304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g376c0514295_0_304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g376c0514295_0_304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76c0514295_0_304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376c0514295_0_304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376c0514295_0_304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376c0514295_0_304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g376c0514295_0_304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g376c0514295_0_304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376c0514295_0_304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g376c0514295_0_304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376c0514295_0_304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376c0514295_0_304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g376c0514295_0_304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g376c0514295_0_304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g376c0514295_0_304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376c0514295_0_304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376c0514295_0_304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g376c0514295_0_304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376c0514295_0_304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76c0514295_0_304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376c0514295_0_304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376c0514295_0_304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76c0514295_0_304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376c0514295_0_304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376c0514295_0_304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76c0514295_0_304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76c0514295_0_304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76c0514295_0_304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76c0514295_0_304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76c0514295_0_304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76c0514295_0_304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76c0514295_0_304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76c0514295_0_304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76c0514295_0_304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76c0514295_0_304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76c0514295_0_304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76c0514295_0_304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76c0514295_0_304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76c0514295_0_304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76c0514295_0_304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376c0514295_0_304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76c0514295_0_304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376c0514295_0_304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376c0514295_0_304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76c0514295_0_304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376c0514295_0_304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76c0514295_0_304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76c0514295_0_304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76c0514295_0_304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76c0514295_0_304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76c0514295_0_304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76c0514295_0_304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76c0514295_0_304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76c0514295_0_304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5" name="Google Shape;1045;g376c0514295_0_304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376c0514295_0_304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76c0514295_0_3047"/>
          <p:cNvSpPr txBox="1"/>
          <p:nvPr>
            <p:ph idx="1" type="body"/>
          </p:nvPr>
        </p:nvSpPr>
        <p:spPr>
          <a:xfrm>
            <a:off x="1578900" y="1513400"/>
            <a:ext cx="5986200" cy="3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48" name="Google Shape;1048;g376c0514295_0_304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g376c0514295_0_3112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051" name="Google Shape;1051;g376c0514295_0_31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76c0514295_0_31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76c0514295_0_31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76c0514295_0_31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76c0514295_0_31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76c0514295_0_31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76c0514295_0_31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76c0514295_0_31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376c0514295_0_31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376c0514295_0_31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76c0514295_0_31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76c0514295_0_31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376c0514295_0_31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376c0514295_0_31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376c0514295_0_31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376c0514295_0_31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76c0514295_0_31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376c0514295_0_31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376c0514295_0_31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376c0514295_0_31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376c0514295_0_31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376c0514295_0_31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376c0514295_0_31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376c0514295_0_31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76c0514295_0_31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76c0514295_0_31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76c0514295_0_31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76c0514295_0_31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76c0514295_0_31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76c0514295_0_31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76c0514295_0_31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376c0514295_0_31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76c0514295_0_31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76c0514295_0_31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76c0514295_0_31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76c0514295_0_31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76c0514295_0_31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376c0514295_0_31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g376c0514295_0_31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376c0514295_0_31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376c0514295_0_31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376c0514295_0_31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76c0514295_0_31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376c0514295_0_31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376c0514295_0_31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376c0514295_0_31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376c0514295_0_31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376c0514295_0_31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76c0514295_0_31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376c0514295_0_31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376c0514295_0_31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376c0514295_0_31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76c0514295_0_31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76c0514295_0_31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76c0514295_0_31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376c0514295_0_31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376c0514295_0_31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376c0514295_0_31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76c0514295_0_31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0" name="Google Shape;1110;g376c0514295_0_3112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g376c0514295_0_3112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76c0514295_0_3112"/>
          <p:cNvSpPr txBox="1"/>
          <p:nvPr>
            <p:ph idx="1" type="body"/>
          </p:nvPr>
        </p:nvSpPr>
        <p:spPr>
          <a:xfrm>
            <a:off x="2919350" y="1898200"/>
            <a:ext cx="5986200" cy="3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13" name="Google Shape;1113;g376c0514295_0_3112"/>
          <p:cNvSpPr txBox="1"/>
          <p:nvPr>
            <p:ph type="title"/>
          </p:nvPr>
        </p:nvSpPr>
        <p:spPr>
          <a:xfrm>
            <a:off x="221150" y="1898200"/>
            <a:ext cx="25101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4" name="Google Shape;1114;g376c0514295_0_3112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oogle Shape;1116;g376c0514295_0_3178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117" name="Google Shape;1117;g376c0514295_0_317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76c0514295_0_317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376c0514295_0_317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g376c0514295_0_317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376c0514295_0_317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376c0514295_0_317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376c0514295_0_317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76c0514295_0_317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376c0514295_0_317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376c0514295_0_317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76c0514295_0_317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376c0514295_0_317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g376c0514295_0_317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376c0514295_0_317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g376c0514295_0_317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376c0514295_0_317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376c0514295_0_317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g376c0514295_0_317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g376c0514295_0_317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376c0514295_0_317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376c0514295_0_317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376c0514295_0_317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376c0514295_0_317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376c0514295_0_317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76c0514295_0_317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76c0514295_0_317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376c0514295_0_317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g376c0514295_0_317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76c0514295_0_317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g376c0514295_0_317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g376c0514295_0_317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76c0514295_0_317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376c0514295_0_317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376c0514295_0_317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76c0514295_0_317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76c0514295_0_317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76c0514295_0_317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76c0514295_0_317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376c0514295_0_317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376c0514295_0_317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76c0514295_0_317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376c0514295_0_317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g376c0514295_0_317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376c0514295_0_317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376c0514295_0_317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376c0514295_0_317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76c0514295_0_317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76c0514295_0_317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76c0514295_0_317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76c0514295_0_317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76c0514295_0_317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376c0514295_0_317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376c0514295_0_317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376c0514295_0_317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376c0514295_0_317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376c0514295_0_317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76c0514295_0_317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376c0514295_0_317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376c0514295_0_317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6" name="Google Shape;1176;g376c0514295_0_3178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g376c0514295_0_3178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376c0514295_0_3178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76c0514295_0_3242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g376c0514295_0_3242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g376c0514295_0_3242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76c0514295_0_3246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g376c0514295_0_3246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186" name="Google Shape;1186;g376c0514295_0_324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g376c0514295_0_324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376c0514295_0_324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g376c0514295_0_324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76c0514295_0_324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g376c0514295_0_324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376c0514295_0_324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376c0514295_0_324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376c0514295_0_324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g376c0514295_0_324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376c0514295_0_324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376c0514295_0_324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376c0514295_0_324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76c0514295_0_324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376c0514295_0_324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376c0514295_0_324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376c0514295_0_324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376c0514295_0_324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376c0514295_0_324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376c0514295_0_324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376c0514295_0_324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376c0514295_0_324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376c0514295_0_324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376c0514295_0_324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376c0514295_0_324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376c0514295_0_324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376c0514295_0_324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376c0514295_0_324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376c0514295_0_324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376c0514295_0_324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376c0514295_0_324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376c0514295_0_324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g376c0514295_0_324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g376c0514295_0_324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376c0514295_0_324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g376c0514295_0_324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376c0514295_0_324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376c0514295_0_324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376c0514295_0_324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376c0514295_0_324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376c0514295_0_324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76c0514295_0_324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76c0514295_0_324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376c0514295_0_324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76c0514295_0_324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76c0514295_0_324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376c0514295_0_324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g376c0514295_0_324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g376c0514295_0_324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376c0514295_0_324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g376c0514295_0_324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g376c0514295_0_324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376c0514295_0_324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376c0514295_0_324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376c0514295_0_324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g376c0514295_0_324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g376c0514295_0_324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g376c0514295_0_324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g376c0514295_0_324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5" name="Google Shape;1245;g376c0514295_0_3246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g376c0514295_0_3246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g376c0514295_0_3246"/>
          <p:cNvSpPr txBox="1"/>
          <p:nvPr>
            <p:ph idx="1" type="subTitle"/>
          </p:nvPr>
        </p:nvSpPr>
        <p:spPr>
          <a:xfrm>
            <a:off x="208725" y="3286600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8" name="Google Shape;1248;g376c0514295_0_3246"/>
          <p:cNvSpPr txBox="1"/>
          <p:nvPr>
            <p:ph idx="2" type="subTitle"/>
          </p:nvPr>
        </p:nvSpPr>
        <p:spPr>
          <a:xfrm>
            <a:off x="3281550" y="3286600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9" name="Google Shape;1249;g376c0514295_0_3246"/>
          <p:cNvSpPr txBox="1"/>
          <p:nvPr>
            <p:ph idx="3" type="subTitle"/>
          </p:nvPr>
        </p:nvSpPr>
        <p:spPr>
          <a:xfrm>
            <a:off x="6354375" y="3286600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0" name="Google Shape;1250;g376c0514295_0_3246"/>
          <p:cNvSpPr txBox="1"/>
          <p:nvPr>
            <p:ph idx="4" type="subTitle"/>
          </p:nvPr>
        </p:nvSpPr>
        <p:spPr>
          <a:xfrm>
            <a:off x="208725" y="4879865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1" name="Google Shape;1251;g376c0514295_0_3246"/>
          <p:cNvSpPr txBox="1"/>
          <p:nvPr>
            <p:ph idx="5" type="subTitle"/>
          </p:nvPr>
        </p:nvSpPr>
        <p:spPr>
          <a:xfrm>
            <a:off x="3281550" y="4879865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2" name="Google Shape;1252;g376c0514295_0_3246"/>
          <p:cNvSpPr txBox="1"/>
          <p:nvPr>
            <p:ph idx="6" type="subTitle"/>
          </p:nvPr>
        </p:nvSpPr>
        <p:spPr>
          <a:xfrm>
            <a:off x="6354375" y="4879865"/>
            <a:ext cx="25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g376c0514295_0_3246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76c0514295_0_331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6" name="Google Shape;1256;g376c0514295_0_331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257" name="Google Shape;1257;g376c0514295_0_331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g376c0514295_0_331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g376c0514295_0_331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g376c0514295_0_331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376c0514295_0_331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g376c0514295_0_331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g376c0514295_0_331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g376c0514295_0_331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g376c0514295_0_331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76c0514295_0_331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76c0514295_0_331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g376c0514295_0_331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g376c0514295_0_331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g376c0514295_0_331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g376c0514295_0_331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g376c0514295_0_331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g376c0514295_0_331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g376c0514295_0_331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g376c0514295_0_331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g376c0514295_0_331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g376c0514295_0_331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g376c0514295_0_331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376c0514295_0_331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g376c0514295_0_331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g376c0514295_0_331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g376c0514295_0_331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g376c0514295_0_331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g376c0514295_0_331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g376c0514295_0_331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g376c0514295_0_331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g376c0514295_0_331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376c0514295_0_331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376c0514295_0_331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376c0514295_0_331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376c0514295_0_331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g376c0514295_0_331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g376c0514295_0_331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g376c0514295_0_331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g376c0514295_0_331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g376c0514295_0_331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g376c0514295_0_331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g376c0514295_0_331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g376c0514295_0_331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g376c0514295_0_331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376c0514295_0_331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g376c0514295_0_331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g376c0514295_0_331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g376c0514295_0_331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g376c0514295_0_331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g376c0514295_0_331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g376c0514295_0_331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g376c0514295_0_331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g376c0514295_0_331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g376c0514295_0_331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g376c0514295_0_331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g376c0514295_0_331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g376c0514295_0_331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g376c0514295_0_331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g376c0514295_0_331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6" name="Google Shape;1316;g376c0514295_0_331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g376c0514295_0_3317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8" name="Google Shape;1318;g376c0514295_0_3317"/>
          <p:cNvSpPr txBox="1"/>
          <p:nvPr>
            <p:ph idx="1" type="body"/>
          </p:nvPr>
        </p:nvSpPr>
        <p:spPr>
          <a:xfrm>
            <a:off x="208725" y="3072533"/>
            <a:ext cx="33528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9" name="Google Shape;1319;g376c0514295_0_3317"/>
          <p:cNvSpPr/>
          <p:nvPr>
            <p:ph idx="2" type="pic"/>
          </p:nvPr>
        </p:nvSpPr>
        <p:spPr>
          <a:xfrm>
            <a:off x="3769050" y="3072533"/>
            <a:ext cx="5156700" cy="34248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320" name="Google Shape;1320;g376c0514295_0_331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76c0514295_0_338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3" name="Google Shape;1323;g376c0514295_0_338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324" name="Google Shape;1324;g376c0514295_0_338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376c0514295_0_338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376c0514295_0_338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376c0514295_0_338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g376c0514295_0_338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g376c0514295_0_338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g376c0514295_0_338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376c0514295_0_338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376c0514295_0_338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g376c0514295_0_338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g376c0514295_0_338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g376c0514295_0_338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g376c0514295_0_338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376c0514295_0_338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g376c0514295_0_338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376c0514295_0_338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76c0514295_0_338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376c0514295_0_338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376c0514295_0_338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376c0514295_0_338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g376c0514295_0_338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g376c0514295_0_338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g376c0514295_0_338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g376c0514295_0_338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g376c0514295_0_338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g376c0514295_0_338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g376c0514295_0_338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g376c0514295_0_338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g376c0514295_0_338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376c0514295_0_338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376c0514295_0_338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376c0514295_0_338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376c0514295_0_338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376c0514295_0_338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376c0514295_0_338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g376c0514295_0_338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g376c0514295_0_338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76c0514295_0_338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376c0514295_0_338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376c0514295_0_338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376c0514295_0_338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376c0514295_0_338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76c0514295_0_338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76c0514295_0_338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g376c0514295_0_338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g376c0514295_0_338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376c0514295_0_338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76c0514295_0_338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376c0514295_0_338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76c0514295_0_338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376c0514295_0_338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376c0514295_0_338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g376c0514295_0_338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376c0514295_0_338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376c0514295_0_338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g376c0514295_0_338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g376c0514295_0_338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g376c0514295_0_338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g376c0514295_0_338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3" name="Google Shape;1383;g376c0514295_0_338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g376c0514295_0_3384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5" name="Google Shape;1385;g376c0514295_0_3384"/>
          <p:cNvSpPr txBox="1"/>
          <p:nvPr>
            <p:ph idx="1" type="body"/>
          </p:nvPr>
        </p:nvSpPr>
        <p:spPr>
          <a:xfrm>
            <a:off x="1173600" y="3669267"/>
            <a:ext cx="30543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86" name="Google Shape;1386;g376c0514295_0_3384"/>
          <p:cNvSpPr txBox="1"/>
          <p:nvPr>
            <p:ph idx="2" type="subTitle"/>
          </p:nvPr>
        </p:nvSpPr>
        <p:spPr>
          <a:xfrm>
            <a:off x="1173600" y="2880133"/>
            <a:ext cx="30543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7" name="Google Shape;1387;g376c0514295_0_3384"/>
          <p:cNvSpPr txBox="1"/>
          <p:nvPr>
            <p:ph idx="3" type="body"/>
          </p:nvPr>
        </p:nvSpPr>
        <p:spPr>
          <a:xfrm>
            <a:off x="4916100" y="3669267"/>
            <a:ext cx="30543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88" name="Google Shape;1388;g376c0514295_0_3384"/>
          <p:cNvSpPr txBox="1"/>
          <p:nvPr>
            <p:ph idx="4" type="subTitle"/>
          </p:nvPr>
        </p:nvSpPr>
        <p:spPr>
          <a:xfrm>
            <a:off x="4916100" y="2880133"/>
            <a:ext cx="30543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9" name="Google Shape;1389;g376c0514295_0_338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76c0514295_0_3453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2" name="Google Shape;1392;g376c0514295_0_345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393" name="Google Shape;1393;g376c0514295_0_345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g376c0514295_0_345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376c0514295_0_345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376c0514295_0_345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g376c0514295_0_345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376c0514295_0_345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g376c0514295_0_345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g376c0514295_0_345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376c0514295_0_345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376c0514295_0_345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376c0514295_0_345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g376c0514295_0_345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g376c0514295_0_345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g376c0514295_0_345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g376c0514295_0_345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g376c0514295_0_345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g376c0514295_0_345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g376c0514295_0_345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376c0514295_0_345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376c0514295_0_345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376c0514295_0_345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376c0514295_0_345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376c0514295_0_345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376c0514295_0_345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376c0514295_0_345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376c0514295_0_345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376c0514295_0_345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g376c0514295_0_345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g376c0514295_0_345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376c0514295_0_345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g376c0514295_0_345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g376c0514295_0_345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g376c0514295_0_345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g376c0514295_0_345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g376c0514295_0_345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376c0514295_0_345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g376c0514295_0_345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g376c0514295_0_345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g376c0514295_0_345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g376c0514295_0_345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g376c0514295_0_345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g376c0514295_0_345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g376c0514295_0_345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g376c0514295_0_345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g376c0514295_0_345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g376c0514295_0_345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376c0514295_0_345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376c0514295_0_345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g376c0514295_0_345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376c0514295_0_345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376c0514295_0_345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376c0514295_0_345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376c0514295_0_345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g376c0514295_0_345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g376c0514295_0_345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376c0514295_0_345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g376c0514295_0_345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g376c0514295_0_345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376c0514295_0_345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2" name="Google Shape;1452;g376c0514295_0_345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g376c0514295_0_3453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4" name="Google Shape;1454;g376c0514295_0_3453"/>
          <p:cNvSpPr txBox="1"/>
          <p:nvPr>
            <p:ph idx="1" type="body"/>
          </p:nvPr>
        </p:nvSpPr>
        <p:spPr>
          <a:xfrm>
            <a:off x="208725" y="3669267"/>
            <a:ext cx="2531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55" name="Google Shape;1455;g376c0514295_0_3453"/>
          <p:cNvSpPr txBox="1"/>
          <p:nvPr>
            <p:ph idx="2" type="subTitle"/>
          </p:nvPr>
        </p:nvSpPr>
        <p:spPr>
          <a:xfrm>
            <a:off x="208725" y="2880133"/>
            <a:ext cx="25311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6" name="Google Shape;1456;g376c0514295_0_3453"/>
          <p:cNvSpPr txBox="1"/>
          <p:nvPr>
            <p:ph idx="3" type="body"/>
          </p:nvPr>
        </p:nvSpPr>
        <p:spPr>
          <a:xfrm>
            <a:off x="3310098" y="3669267"/>
            <a:ext cx="2531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57" name="Google Shape;1457;g376c0514295_0_3453"/>
          <p:cNvSpPr txBox="1"/>
          <p:nvPr>
            <p:ph idx="4" type="subTitle"/>
          </p:nvPr>
        </p:nvSpPr>
        <p:spPr>
          <a:xfrm>
            <a:off x="3310098" y="2880133"/>
            <a:ext cx="25311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8" name="Google Shape;1458;g376c0514295_0_3453"/>
          <p:cNvSpPr txBox="1"/>
          <p:nvPr>
            <p:ph idx="5" type="body"/>
          </p:nvPr>
        </p:nvSpPr>
        <p:spPr>
          <a:xfrm>
            <a:off x="6411471" y="3669267"/>
            <a:ext cx="2531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59" name="Google Shape;1459;g376c0514295_0_3453"/>
          <p:cNvSpPr txBox="1"/>
          <p:nvPr>
            <p:ph idx="6" type="subTitle"/>
          </p:nvPr>
        </p:nvSpPr>
        <p:spPr>
          <a:xfrm>
            <a:off x="6411471" y="2880133"/>
            <a:ext cx="25311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0" name="Google Shape;1460;g376c0514295_0_345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76c0514295_0_352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3" name="Google Shape;1463;g376c0514295_0_352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464" name="Google Shape;1464;g376c0514295_0_35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g376c0514295_0_35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g376c0514295_0_35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g376c0514295_0_35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g376c0514295_0_35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g376c0514295_0_35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g376c0514295_0_35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g376c0514295_0_35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g376c0514295_0_35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g376c0514295_0_35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g376c0514295_0_35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g376c0514295_0_35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g376c0514295_0_35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g376c0514295_0_35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g376c0514295_0_35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g376c0514295_0_35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g376c0514295_0_35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376c0514295_0_35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g376c0514295_0_35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g376c0514295_0_35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g376c0514295_0_35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g376c0514295_0_35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g376c0514295_0_35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g376c0514295_0_35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g376c0514295_0_35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g376c0514295_0_35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g376c0514295_0_35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g376c0514295_0_35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g376c0514295_0_35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g376c0514295_0_35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g376c0514295_0_35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g376c0514295_0_35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g376c0514295_0_35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g376c0514295_0_35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g376c0514295_0_35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g376c0514295_0_35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g376c0514295_0_35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g376c0514295_0_35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g376c0514295_0_35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g376c0514295_0_35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g376c0514295_0_35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g376c0514295_0_35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g376c0514295_0_35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g376c0514295_0_35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g376c0514295_0_35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g376c0514295_0_35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g376c0514295_0_35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g376c0514295_0_35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g376c0514295_0_35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g376c0514295_0_35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g376c0514295_0_35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g376c0514295_0_35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g376c0514295_0_35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g376c0514295_0_35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g376c0514295_0_35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g376c0514295_0_35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g376c0514295_0_35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g376c0514295_0_35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g376c0514295_0_35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3" name="Google Shape;1523;g376c0514295_0_352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g376c0514295_0_3524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5" name="Google Shape;1525;g376c0514295_0_3524"/>
          <p:cNvSpPr txBox="1"/>
          <p:nvPr>
            <p:ph idx="1" type="body"/>
          </p:nvPr>
        </p:nvSpPr>
        <p:spPr>
          <a:xfrm>
            <a:off x="208725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26" name="Google Shape;1526;g376c0514295_0_3524"/>
          <p:cNvSpPr txBox="1"/>
          <p:nvPr>
            <p:ph idx="2" type="subTitle"/>
          </p:nvPr>
        </p:nvSpPr>
        <p:spPr>
          <a:xfrm>
            <a:off x="208725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g376c0514295_0_3524"/>
          <p:cNvSpPr txBox="1"/>
          <p:nvPr>
            <p:ph idx="3" type="body"/>
          </p:nvPr>
        </p:nvSpPr>
        <p:spPr>
          <a:xfrm>
            <a:off x="2500573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28" name="Google Shape;1528;g376c0514295_0_3524"/>
          <p:cNvSpPr txBox="1"/>
          <p:nvPr>
            <p:ph idx="4" type="subTitle"/>
          </p:nvPr>
        </p:nvSpPr>
        <p:spPr>
          <a:xfrm>
            <a:off x="2500573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g376c0514295_0_3524"/>
          <p:cNvSpPr txBox="1"/>
          <p:nvPr>
            <p:ph idx="5" type="body"/>
          </p:nvPr>
        </p:nvSpPr>
        <p:spPr>
          <a:xfrm>
            <a:off x="4792421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30" name="Google Shape;1530;g376c0514295_0_3524"/>
          <p:cNvSpPr txBox="1"/>
          <p:nvPr>
            <p:ph idx="6" type="subTitle"/>
          </p:nvPr>
        </p:nvSpPr>
        <p:spPr>
          <a:xfrm>
            <a:off x="4792421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1" name="Google Shape;1531;g376c0514295_0_3524"/>
          <p:cNvSpPr txBox="1"/>
          <p:nvPr>
            <p:ph idx="7" type="body"/>
          </p:nvPr>
        </p:nvSpPr>
        <p:spPr>
          <a:xfrm>
            <a:off x="7084271" y="3669267"/>
            <a:ext cx="18705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32" name="Google Shape;1532;g376c0514295_0_3524"/>
          <p:cNvSpPr txBox="1"/>
          <p:nvPr>
            <p:ph idx="8" type="subTitle"/>
          </p:nvPr>
        </p:nvSpPr>
        <p:spPr>
          <a:xfrm>
            <a:off x="7084271" y="2880133"/>
            <a:ext cx="1870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g376c0514295_0_352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76c0514295_0_3597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6" name="Google Shape;1536;g376c0514295_0_3597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537" name="Google Shape;1537;g376c0514295_0_359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g376c0514295_0_359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g376c0514295_0_359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g376c0514295_0_359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376c0514295_0_359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g376c0514295_0_359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g376c0514295_0_359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g376c0514295_0_359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g376c0514295_0_359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g376c0514295_0_359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g376c0514295_0_359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g376c0514295_0_359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g376c0514295_0_359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g376c0514295_0_359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g376c0514295_0_359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g376c0514295_0_359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g376c0514295_0_359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g376c0514295_0_359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376c0514295_0_359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376c0514295_0_359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376c0514295_0_359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376c0514295_0_359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376c0514295_0_359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376c0514295_0_359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376c0514295_0_359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376c0514295_0_359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376c0514295_0_359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376c0514295_0_359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g376c0514295_0_359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g376c0514295_0_359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376c0514295_0_359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76c0514295_0_359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376c0514295_0_359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376c0514295_0_359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76c0514295_0_359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76c0514295_0_359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g376c0514295_0_359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g376c0514295_0_359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g376c0514295_0_359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g376c0514295_0_359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g376c0514295_0_359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g376c0514295_0_359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376c0514295_0_359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g376c0514295_0_359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g376c0514295_0_359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g376c0514295_0_359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376c0514295_0_359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376c0514295_0_359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g376c0514295_0_359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g376c0514295_0_359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g376c0514295_0_359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g376c0514295_0_359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g376c0514295_0_359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g376c0514295_0_359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g376c0514295_0_359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g376c0514295_0_359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g376c0514295_0_359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g376c0514295_0_359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g376c0514295_0_359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6" name="Google Shape;1596;g376c0514295_0_3597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g376c0514295_0_3597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8" name="Google Shape;1598;g376c0514295_0_3597"/>
          <p:cNvSpPr/>
          <p:nvPr>
            <p:ph idx="2" type="pic"/>
          </p:nvPr>
        </p:nvSpPr>
        <p:spPr>
          <a:xfrm>
            <a:off x="213450" y="2697100"/>
            <a:ext cx="8717100" cy="3783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99" name="Google Shape;1599;g376c0514295_0_3597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76c0514295_0_3663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2" name="Google Shape;1602;g376c0514295_0_366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603" name="Google Shape;1603;g376c0514295_0_366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g376c0514295_0_366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g376c0514295_0_366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g376c0514295_0_366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g376c0514295_0_366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g376c0514295_0_366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g376c0514295_0_366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g376c0514295_0_366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g376c0514295_0_366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g376c0514295_0_366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g376c0514295_0_366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g376c0514295_0_366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g376c0514295_0_366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g376c0514295_0_366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g376c0514295_0_366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g376c0514295_0_366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g376c0514295_0_366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g376c0514295_0_366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g376c0514295_0_366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g376c0514295_0_366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g376c0514295_0_366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g376c0514295_0_366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g376c0514295_0_366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g376c0514295_0_366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g376c0514295_0_366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g376c0514295_0_366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g376c0514295_0_366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g376c0514295_0_366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g376c0514295_0_366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g376c0514295_0_366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g376c0514295_0_366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g376c0514295_0_366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g376c0514295_0_366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g376c0514295_0_366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g376c0514295_0_366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g376c0514295_0_366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g376c0514295_0_366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g376c0514295_0_366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g376c0514295_0_366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g376c0514295_0_366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g376c0514295_0_366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g376c0514295_0_366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g376c0514295_0_366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g376c0514295_0_366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g376c0514295_0_366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g376c0514295_0_366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g376c0514295_0_366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g376c0514295_0_366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g376c0514295_0_366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g376c0514295_0_366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g376c0514295_0_366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g376c0514295_0_366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g376c0514295_0_366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g376c0514295_0_366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g376c0514295_0_366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g376c0514295_0_366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g376c0514295_0_366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g376c0514295_0_366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g376c0514295_0_366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2" name="Google Shape;1662;g376c0514295_0_366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g376c0514295_0_3663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4" name="Google Shape;1664;g376c0514295_0_3663"/>
          <p:cNvSpPr txBox="1"/>
          <p:nvPr>
            <p:ph idx="1" type="body"/>
          </p:nvPr>
        </p:nvSpPr>
        <p:spPr>
          <a:xfrm>
            <a:off x="1173600" y="3188932"/>
            <a:ext cx="3054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65" name="Google Shape;1665;g376c0514295_0_3663"/>
          <p:cNvSpPr txBox="1"/>
          <p:nvPr>
            <p:ph idx="2" type="subTitle"/>
          </p:nvPr>
        </p:nvSpPr>
        <p:spPr>
          <a:xfrm>
            <a:off x="1173600" y="2880133"/>
            <a:ext cx="30543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6" name="Google Shape;1666;g376c0514295_0_3663"/>
          <p:cNvSpPr txBox="1"/>
          <p:nvPr>
            <p:ph idx="3" type="body"/>
          </p:nvPr>
        </p:nvSpPr>
        <p:spPr>
          <a:xfrm>
            <a:off x="4916100" y="3188932"/>
            <a:ext cx="3054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67" name="Google Shape;1667;g376c0514295_0_3663"/>
          <p:cNvSpPr txBox="1"/>
          <p:nvPr>
            <p:ph idx="4" type="subTitle"/>
          </p:nvPr>
        </p:nvSpPr>
        <p:spPr>
          <a:xfrm>
            <a:off x="4916100" y="2880133"/>
            <a:ext cx="30543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8" name="Google Shape;1668;g376c0514295_0_3663"/>
          <p:cNvSpPr/>
          <p:nvPr>
            <p:ph idx="5" type="pic"/>
          </p:nvPr>
        </p:nvSpPr>
        <p:spPr>
          <a:xfrm>
            <a:off x="1173600" y="4029967"/>
            <a:ext cx="30543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69" name="Google Shape;1669;g376c0514295_0_3663"/>
          <p:cNvSpPr/>
          <p:nvPr>
            <p:ph idx="6" type="pic"/>
          </p:nvPr>
        </p:nvSpPr>
        <p:spPr>
          <a:xfrm>
            <a:off x="4916100" y="4029967"/>
            <a:ext cx="30543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70" name="Google Shape;1670;g376c0514295_0_366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76c0514295_0_3734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3" name="Google Shape;1673;g376c0514295_0_3734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674" name="Google Shape;1674;g376c0514295_0_373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g376c0514295_0_373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g376c0514295_0_373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g376c0514295_0_373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g376c0514295_0_373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g376c0514295_0_373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g376c0514295_0_373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g376c0514295_0_373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g376c0514295_0_373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g376c0514295_0_373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g376c0514295_0_373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g376c0514295_0_373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g376c0514295_0_373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g376c0514295_0_373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g376c0514295_0_373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g376c0514295_0_373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g376c0514295_0_373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g376c0514295_0_373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g376c0514295_0_373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g376c0514295_0_373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g376c0514295_0_373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g376c0514295_0_373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g376c0514295_0_373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376c0514295_0_373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376c0514295_0_373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g376c0514295_0_373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g376c0514295_0_373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g376c0514295_0_373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g376c0514295_0_373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g376c0514295_0_373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g376c0514295_0_373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g376c0514295_0_373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g376c0514295_0_373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g376c0514295_0_373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g376c0514295_0_373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g376c0514295_0_373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g376c0514295_0_373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g376c0514295_0_373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g376c0514295_0_373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g376c0514295_0_373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g376c0514295_0_373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g376c0514295_0_373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g376c0514295_0_373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g376c0514295_0_373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g376c0514295_0_373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g376c0514295_0_373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g376c0514295_0_373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g376c0514295_0_373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g376c0514295_0_373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g376c0514295_0_373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g376c0514295_0_373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g376c0514295_0_373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376c0514295_0_373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376c0514295_0_373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g376c0514295_0_373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g376c0514295_0_373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g376c0514295_0_373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g376c0514295_0_373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g376c0514295_0_373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3" name="Google Shape;1733;g376c0514295_0_3734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g376c0514295_0_3734"/>
          <p:cNvSpPr txBox="1"/>
          <p:nvPr>
            <p:ph type="title"/>
          </p:nvPr>
        </p:nvSpPr>
        <p:spPr>
          <a:xfrm>
            <a:off x="208725" y="458900"/>
            <a:ext cx="61677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5" name="Google Shape;1735;g376c0514295_0_3734"/>
          <p:cNvSpPr txBox="1"/>
          <p:nvPr>
            <p:ph idx="1" type="body"/>
          </p:nvPr>
        </p:nvSpPr>
        <p:spPr>
          <a:xfrm>
            <a:off x="423750" y="3188932"/>
            <a:ext cx="2586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36" name="Google Shape;1736;g376c0514295_0_3734"/>
          <p:cNvSpPr txBox="1"/>
          <p:nvPr>
            <p:ph idx="2" type="subTitle"/>
          </p:nvPr>
        </p:nvSpPr>
        <p:spPr>
          <a:xfrm>
            <a:off x="423750" y="2880133"/>
            <a:ext cx="25869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7" name="Google Shape;1737;g376c0514295_0_3734"/>
          <p:cNvSpPr txBox="1"/>
          <p:nvPr>
            <p:ph idx="3" type="body"/>
          </p:nvPr>
        </p:nvSpPr>
        <p:spPr>
          <a:xfrm>
            <a:off x="3276074" y="3188932"/>
            <a:ext cx="2586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38" name="Google Shape;1738;g376c0514295_0_3734"/>
          <p:cNvSpPr txBox="1"/>
          <p:nvPr>
            <p:ph idx="4" type="subTitle"/>
          </p:nvPr>
        </p:nvSpPr>
        <p:spPr>
          <a:xfrm>
            <a:off x="3276071" y="2880133"/>
            <a:ext cx="25869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9" name="Google Shape;1739;g376c0514295_0_3734"/>
          <p:cNvSpPr/>
          <p:nvPr>
            <p:ph idx="5" type="pic"/>
          </p:nvPr>
        </p:nvSpPr>
        <p:spPr>
          <a:xfrm>
            <a:off x="423750" y="4029967"/>
            <a:ext cx="25869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40" name="Google Shape;1740;g376c0514295_0_3734"/>
          <p:cNvSpPr/>
          <p:nvPr>
            <p:ph idx="6" type="pic"/>
          </p:nvPr>
        </p:nvSpPr>
        <p:spPr>
          <a:xfrm>
            <a:off x="3276071" y="4029967"/>
            <a:ext cx="25869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41" name="Google Shape;1741;g376c0514295_0_3734"/>
          <p:cNvSpPr txBox="1"/>
          <p:nvPr>
            <p:ph idx="7" type="body"/>
          </p:nvPr>
        </p:nvSpPr>
        <p:spPr>
          <a:xfrm>
            <a:off x="6128397" y="3188932"/>
            <a:ext cx="2586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42" name="Google Shape;1742;g376c0514295_0_3734"/>
          <p:cNvSpPr txBox="1"/>
          <p:nvPr>
            <p:ph idx="8" type="subTitle"/>
          </p:nvPr>
        </p:nvSpPr>
        <p:spPr>
          <a:xfrm>
            <a:off x="6128391" y="2880133"/>
            <a:ext cx="25869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3" name="Google Shape;1743;g376c0514295_0_3734"/>
          <p:cNvSpPr/>
          <p:nvPr>
            <p:ph idx="9" type="pic"/>
          </p:nvPr>
        </p:nvSpPr>
        <p:spPr>
          <a:xfrm>
            <a:off x="6128391" y="4029967"/>
            <a:ext cx="2586900" cy="2486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44" name="Google Shape;1744;g376c0514295_0_3734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76c0514295_0_3808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7" name="Google Shape;1747;g376c0514295_0_3808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748" name="Google Shape;1748;g376c0514295_0_380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g376c0514295_0_380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g376c0514295_0_380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g376c0514295_0_380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g376c0514295_0_380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g376c0514295_0_380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g376c0514295_0_380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g376c0514295_0_380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g376c0514295_0_380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g376c0514295_0_380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g376c0514295_0_380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g376c0514295_0_380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g376c0514295_0_380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g376c0514295_0_380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g376c0514295_0_380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g376c0514295_0_380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g376c0514295_0_380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g376c0514295_0_380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g376c0514295_0_380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g376c0514295_0_380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g376c0514295_0_380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g376c0514295_0_380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g376c0514295_0_380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g376c0514295_0_380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g376c0514295_0_380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g376c0514295_0_380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g376c0514295_0_380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g376c0514295_0_380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g376c0514295_0_380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g376c0514295_0_380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g376c0514295_0_380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g376c0514295_0_380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g376c0514295_0_380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376c0514295_0_380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376c0514295_0_380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g376c0514295_0_380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376c0514295_0_380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g376c0514295_0_380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g376c0514295_0_380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376c0514295_0_380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g376c0514295_0_380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g376c0514295_0_380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g376c0514295_0_380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g376c0514295_0_380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g376c0514295_0_380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g376c0514295_0_380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g376c0514295_0_380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g376c0514295_0_380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g376c0514295_0_380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g376c0514295_0_380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g376c0514295_0_380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g376c0514295_0_380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g376c0514295_0_380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g376c0514295_0_380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g376c0514295_0_380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g376c0514295_0_380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g376c0514295_0_380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g376c0514295_0_380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g376c0514295_0_380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7" name="Google Shape;1807;g376c0514295_0_3808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376c0514295_0_3808"/>
          <p:cNvSpPr/>
          <p:nvPr>
            <p:ph idx="2" type="pic"/>
          </p:nvPr>
        </p:nvSpPr>
        <p:spPr>
          <a:xfrm>
            <a:off x="436350" y="349800"/>
            <a:ext cx="8271300" cy="61584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09" name="Google Shape;1809;g376c0514295_0_3808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76c0514295_0_3873"/>
          <p:cNvSpPr txBox="1"/>
          <p:nvPr/>
        </p:nvSpPr>
        <p:spPr>
          <a:xfrm>
            <a:off x="2209933" y="2390036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2" name="Google Shape;1812;g376c0514295_0_3873"/>
          <p:cNvGrpSpPr/>
          <p:nvPr/>
        </p:nvGrpSpPr>
        <p:grpSpPr>
          <a:xfrm>
            <a:off x="-6096" y="-4572"/>
            <a:ext cx="9156192" cy="6866915"/>
            <a:chOff x="0" y="0"/>
            <a:chExt cx="12192000" cy="6858000"/>
          </a:xfrm>
        </p:grpSpPr>
        <p:sp>
          <p:nvSpPr>
            <p:cNvPr id="1813" name="Google Shape;1813;g376c0514295_0_387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g376c0514295_0_387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g376c0514295_0_387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g376c0514295_0_387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g376c0514295_0_387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g376c0514295_0_387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g376c0514295_0_387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g376c0514295_0_387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g376c0514295_0_387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g376c0514295_0_387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g376c0514295_0_387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g376c0514295_0_387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g376c0514295_0_387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g376c0514295_0_387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g376c0514295_0_387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g376c0514295_0_387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g376c0514295_0_387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g376c0514295_0_387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g376c0514295_0_387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g376c0514295_0_387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g376c0514295_0_387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g376c0514295_0_387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g376c0514295_0_387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g376c0514295_0_387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376c0514295_0_387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376c0514295_0_387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g376c0514295_0_387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g376c0514295_0_387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g376c0514295_0_387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376c0514295_0_387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g376c0514295_0_387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g376c0514295_0_387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g376c0514295_0_387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g376c0514295_0_387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g376c0514295_0_387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g376c0514295_0_387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376c0514295_0_387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g376c0514295_0_387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g376c0514295_0_387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g376c0514295_0_387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g376c0514295_0_387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g376c0514295_0_387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g376c0514295_0_387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376c0514295_0_387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g376c0514295_0_387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g376c0514295_0_387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g376c0514295_0_387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g376c0514295_0_387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g376c0514295_0_387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g376c0514295_0_387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376c0514295_0_387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g376c0514295_0_387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g376c0514295_0_387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g376c0514295_0_387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g376c0514295_0_387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g376c0514295_0_387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376c0514295_0_387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g376c0514295_0_387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376c0514295_0_387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2" name="Google Shape;1872;g376c0514295_0_3873"/>
          <p:cNvSpPr/>
          <p:nvPr/>
        </p:nvSpPr>
        <p:spPr>
          <a:xfrm>
            <a:off x="-6000" y="0"/>
            <a:ext cx="9156000" cy="30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g376c0514295_0_3873"/>
          <p:cNvSpPr txBox="1"/>
          <p:nvPr>
            <p:ph type="title"/>
          </p:nvPr>
        </p:nvSpPr>
        <p:spPr>
          <a:xfrm>
            <a:off x="208725" y="458900"/>
            <a:ext cx="87297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4" name="Google Shape;1874;g376c0514295_0_3873"/>
          <p:cNvSpPr/>
          <p:nvPr>
            <p:ph idx="2" type="pic"/>
          </p:nvPr>
        </p:nvSpPr>
        <p:spPr>
          <a:xfrm>
            <a:off x="208725" y="17926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5" name="Google Shape;1875;g376c0514295_0_3873"/>
          <p:cNvSpPr/>
          <p:nvPr>
            <p:ph idx="3" type="pic"/>
          </p:nvPr>
        </p:nvSpPr>
        <p:spPr>
          <a:xfrm>
            <a:off x="3154251" y="17926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6" name="Google Shape;1876;g376c0514295_0_3873"/>
          <p:cNvSpPr/>
          <p:nvPr>
            <p:ph idx="4" type="pic"/>
          </p:nvPr>
        </p:nvSpPr>
        <p:spPr>
          <a:xfrm>
            <a:off x="6099777" y="17926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7" name="Google Shape;1877;g376c0514295_0_3873"/>
          <p:cNvSpPr/>
          <p:nvPr>
            <p:ph idx="5" type="pic"/>
          </p:nvPr>
        </p:nvSpPr>
        <p:spPr>
          <a:xfrm>
            <a:off x="208725" y="34815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8" name="Google Shape;1878;g376c0514295_0_3873"/>
          <p:cNvSpPr/>
          <p:nvPr>
            <p:ph idx="6" type="pic"/>
          </p:nvPr>
        </p:nvSpPr>
        <p:spPr>
          <a:xfrm>
            <a:off x="3154251" y="34815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79" name="Google Shape;1879;g376c0514295_0_3873"/>
          <p:cNvSpPr/>
          <p:nvPr>
            <p:ph idx="7" type="pic"/>
          </p:nvPr>
        </p:nvSpPr>
        <p:spPr>
          <a:xfrm>
            <a:off x="6099777" y="34815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0" name="Google Shape;1880;g376c0514295_0_3873"/>
          <p:cNvSpPr/>
          <p:nvPr>
            <p:ph idx="8" type="pic"/>
          </p:nvPr>
        </p:nvSpPr>
        <p:spPr>
          <a:xfrm>
            <a:off x="208725" y="51704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1" name="Google Shape;1881;g376c0514295_0_3873"/>
          <p:cNvSpPr/>
          <p:nvPr>
            <p:ph idx="9" type="pic"/>
          </p:nvPr>
        </p:nvSpPr>
        <p:spPr>
          <a:xfrm>
            <a:off x="3154251" y="51704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2" name="Google Shape;1882;g376c0514295_0_3873"/>
          <p:cNvSpPr/>
          <p:nvPr>
            <p:ph idx="13" type="pic"/>
          </p:nvPr>
        </p:nvSpPr>
        <p:spPr>
          <a:xfrm>
            <a:off x="6099777" y="5170400"/>
            <a:ext cx="2838600" cy="1534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83" name="Google Shape;1883;g376c0514295_0_3873"/>
          <p:cNvSpPr/>
          <p:nvPr/>
        </p:nvSpPr>
        <p:spPr>
          <a:xfrm rot="5400000">
            <a:off x="64850" y="107450"/>
            <a:ext cx="1389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96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6c0514295_0_2091"/>
          <p:cNvSpPr txBox="1"/>
          <p:nvPr>
            <p:ph type="title"/>
          </p:nvPr>
        </p:nvSpPr>
        <p:spPr>
          <a:xfrm>
            <a:off x="311700" y="610567"/>
            <a:ext cx="6411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b="0" i="0" sz="4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" name="Google Shape;22;g376c0514295_0_209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g376c0514295_0_2091"/>
          <p:cNvSpPr txBox="1"/>
          <p:nvPr>
            <p:ph idx="1" type="body"/>
          </p:nvPr>
        </p:nvSpPr>
        <p:spPr>
          <a:xfrm>
            <a:off x="1239450" y="3764433"/>
            <a:ext cx="3145800" cy="27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96">
          <p15:clr>
            <a:srgbClr val="E46962"/>
          </p15:clr>
        </p15:guide>
        <p15:guide id="4" orient="horz" pos="4224">
          <p15:clr>
            <a:srgbClr val="E46962"/>
          </p15:clr>
        </p15:guide>
        <p15:guide id="5" orient="horz" pos="1152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1248">
          <p15:clr>
            <a:srgbClr val="E46962"/>
          </p15:clr>
        </p15:guide>
        <p15:guide id="8" orient="horz" pos="9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0" name="Google Shape;1890;p1"/>
          <p:cNvSpPr txBox="1"/>
          <p:nvPr/>
        </p:nvSpPr>
        <p:spPr>
          <a:xfrm>
            <a:off x="990600" y="2743200"/>
            <a:ext cx="737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5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FIFOs</a:t>
            </a:r>
            <a:endParaRPr b="0" i="0" sz="25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1" name="Google Shape;1891;p1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eed99d449e_0_95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g3eed99d449e_0_95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Port RAM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- 1 port for both read and write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Cannot read and write simultaneously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Least area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Dual Port RAM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- 1 dedicated write port, 1 dedicated read port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Can read and write simultaneously but to different addresses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Most common in FIFOs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0" name="Google Shape;1900;g3eed99d449e_0_9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g3eed99d449e_0_95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eed99d449e_2_0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3eed99d449e_0_104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g3eed99d449e_0_104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Dual Port RAM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 fully independent ports, each can read OR write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Both ports can access any address simultaneously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Most flexible, most area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FIFOs: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Sync FIFO → Simple Dual Port (read and write different addresses always)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Async FIFO → Simple Dual Port (separate clocks on each port)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True Dual Port is overkill for a simple FIFO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6" name="Google Shape;1916;g3eed99d449e_0_10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7" name="Google Shape;1917;g3eed99d449e_0_104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3eed99d449e_0_0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1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g3eed99d449e_0_0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1 FA &gt; FB WITH NO IDLE CYCLES IN BOTH WRITE AND READ.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freq of Module A = 80MHz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Freq of Module B = 50MHz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 Length = No. of Data items to be sent = 120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6" name="Google Shape;1926;g3eed99d449e_0_0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7" name="Google Shape;1927;g3eed99d449e_0_0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3eead5a18d0_0_7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1</a:t>
            </a:r>
            <a:endParaRPr b="1" sz="4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5" name="Google Shape;1935;g3eead5a18d0_0_7"/>
          <p:cNvSpPr txBox="1"/>
          <p:nvPr/>
        </p:nvSpPr>
        <p:spPr>
          <a:xfrm>
            <a:off x="845351" y="1380325"/>
            <a:ext cx="8298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one data item = 1/80MHz = 12.5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all the data in the burst = 120 * 12.5 nSec. = 1500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read one data item = 1/50 MHz = 20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no. of data items can be read in a duration of 1500 nSec = 1500/20 = 75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remaining no. of bytes to be stored in the FIFO = 120 – 75 = 45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438" lvl="0" marL="325438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minimum depth of FIFO is 45.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6" name="Google Shape;1936;g3eead5a18d0_0_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7" name="Google Shape;1937;g3eead5a18d0_0_7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eed99d449e_0_9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2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g3eed99d449e_0_9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2 FA &gt; FB WITH IDLE CYCLES IN BOTH WRITE AND READ.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frequency = fA = 80MHz. Reading Frequency = fB = 50MHz.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 Length No. of data items to be transferred = 120.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idle cycles between two successive writes is = 1.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idle cycles between two successive reads is = 3.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6" name="Google Shape;1946;g3eed99d449e_0_9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7" name="Google Shape;1947;g3eed99d449e_0_9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3eed99d449e_0_18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2</a:t>
            </a:r>
            <a:endParaRPr b="1" sz="4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5" name="Google Shape;1955;g3eed99d449e_0_18"/>
          <p:cNvSpPr txBox="1"/>
          <p:nvPr/>
        </p:nvSpPr>
        <p:spPr>
          <a:xfrm>
            <a:off x="845351" y="1380325"/>
            <a:ext cx="8298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one data item = 2 * 1/80MHz = 25nSec.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all the data in the burst = 120 * 25nSec. = 3000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read one data item = 4 * 1/50 MHz = 80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no. of data items can be read in a duration of 3000 nSec = 3000/80 = ~37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remaining no. of bytes to be stored in the FIFO = 120 – 37 = 83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minimum depth of FIFO is 83.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6" name="Google Shape;1956;g3eed99d449e_0_18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7" name="Google Shape;1957;g3eed99d449e_0_18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3eed99d449e_0_30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3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g3eed99d449e_0_30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3: FA &lt; FB WITH NO IDLE CYCLES IN BOTH WRITE AND READ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 &lt; fB with no idle cycles in both write and read (i.e., the delay between two consecutive writes and reads is one clock cycle).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frequency = fA = 30MHz.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Frequency = fB = 50MHz.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 Length = No. of data items to be transferred = 120.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no idle cycles in both reading and writing which means that, all the items in the burst will be written and read in consecutive clock cycles.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g3eed99d449e_0_30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7" name="Google Shape;1967;g3eed99d449e_0_30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eed99d449e_0_39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3</a:t>
            </a:r>
            <a:endParaRPr b="1" sz="4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5" name="Google Shape;1975;g3eed99d449e_0_39"/>
          <p:cNvSpPr txBox="1"/>
          <p:nvPr/>
        </p:nvSpPr>
        <p:spPr>
          <a:xfrm>
            <a:off x="845351" y="1380325"/>
            <a:ext cx="8298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of depth '1' will be sufficient because, there will not be any data loss since the reading is faster than writing.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6" name="Google Shape;1976;g3eed99d449e_0_39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7" name="Google Shape;1977;g3eed99d449e_0_39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eed99d449e_0_48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4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g3eed99d449e_0_48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4: FA &lt; FB WITH IDLE CYCLES IN BOTH WRITE AND READ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frequency = fA = 30MHz.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Frequency = fB = 50MHz.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 Length = No. of data items to be transferred = 120.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idle cycles between two successive writes is = 1.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idle cycles between two successive reads is = 3.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6" name="Google Shape;1986;g3eed99d449e_0_48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7" name="Google Shape;1987;g3eed99d449e_0_48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3eed99d449e_0_57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4</a:t>
            </a:r>
            <a:endParaRPr b="1" sz="4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5" name="Google Shape;1995;g3eed99d449e_0_57"/>
          <p:cNvSpPr txBox="1"/>
          <p:nvPr/>
        </p:nvSpPr>
        <p:spPr>
          <a:xfrm>
            <a:off x="845351" y="1380325"/>
            <a:ext cx="8298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one data item = 2 * 1/30MHz = 66.667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all the data in the burst = 120 * 66.67nSec. = 8000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read one data item = 4 * 1/50 MHz = 80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no. of data items can be read in a duration of 8000 nSec = 8000/80 = 100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remaining no. of bytes to be stored in the FIFO = 120 – 100 = 20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minimum depth of FIFO is 20.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6" name="Google Shape;1996;g3eed99d449e_0_5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7" name="Google Shape;1997;g3eed99d449e_0_57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eed99d449e_0_66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5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g3eed99d449e_0_66"/>
          <p:cNvSpPr txBox="1"/>
          <p:nvPr/>
        </p:nvSpPr>
        <p:spPr>
          <a:xfrm>
            <a:off x="654044" y="1313182"/>
            <a:ext cx="7644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5 : FA = FB WITH NO IDLE CYCLES IN BOTH WRITE AND READ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frequency = fA = fB = 30MHz.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 Length = No. of data items to be transferred = 120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idle clock cycles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is not required if there is no phase difference between clkA and clkB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FIFO of depth '1' will be sufficient if there is some phase difference between clkA and clkB.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6" name="Google Shape;2006;g3eed99d449e_0_66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7" name="Google Shape;2007;g3eed99d449e_0_66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eed99d449e_0_75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6</a:t>
            </a:r>
            <a:endParaRPr b="1" sz="4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5" name="Google Shape;2015;g3eed99d449e_0_75"/>
          <p:cNvSpPr txBox="1"/>
          <p:nvPr/>
        </p:nvSpPr>
        <p:spPr>
          <a:xfrm>
            <a:off x="845351" y="1380325"/>
            <a:ext cx="8298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SIXTH SCENARIO : FA = FB WITH IDLE CYCLES IN BOTH WRITE AND READ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frequency = fA = 50MHz. Reading Frequency = fB = 50MHz. Burst Length = No. of data items to be transferred = 120. No. of idle cycles between two successive writes is = 1.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idle cycles between two successive reads is = 3.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6" name="Google Shape;2016;g3eed99d449e_0_7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7" name="Google Shape;2017;g3eed99d449e_0_75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3eed99d449e_0_86"/>
          <p:cNvSpPr txBox="1"/>
          <p:nvPr/>
        </p:nvSpPr>
        <p:spPr>
          <a:xfrm>
            <a:off x="654050" y="363538"/>
            <a:ext cx="737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Depth Calculations 6</a:t>
            </a:r>
            <a:endParaRPr b="1" sz="4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5" name="Google Shape;2025;g3eed99d449e_0_86"/>
          <p:cNvSpPr txBox="1"/>
          <p:nvPr/>
        </p:nvSpPr>
        <p:spPr>
          <a:xfrm>
            <a:off x="845351" y="1380325"/>
            <a:ext cx="8298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one data item = 2 * 1/50MHz = 40nSec.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write all the data in the burst = 120 * 40nSec. = 4800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required to read one data item = 4 * 1/50 MHz = 80 nSec.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no. of data items can be read in a duration of 8000 nSec = 4800/80 = 60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remaining no. of bytes to be stored in the FIFO = 120 – 60 = 60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minimum depth of FIFO is 60.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g3eed99d449e_0_86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7" name="Google Shape;2027;g3eed99d449e_0_86" title="Logo (1).png"/>
          <p:cNvPicPr preferRelativeResize="0"/>
          <p:nvPr/>
        </p:nvPicPr>
        <p:blipFill rotWithShape="1">
          <a:blip r:embed="rId3">
            <a:alphaModFix/>
          </a:blip>
          <a:srcRect b="38412" l="19276" r="19800" t="32718"/>
          <a:stretch/>
        </p:blipFill>
        <p:spPr>
          <a:xfrm>
            <a:off x="0" y="0"/>
            <a:ext cx="2277423" cy="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5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51"/>
          <p:cNvSpPr txBox="1"/>
          <p:nvPr/>
        </p:nvSpPr>
        <p:spPr>
          <a:xfrm>
            <a:off x="762000" y="2438400"/>
            <a:ext cx="737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Praveena</dc:creator>
</cp:coreProperties>
</file>