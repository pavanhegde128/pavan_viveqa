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Lexend Light"/>
      <p:regular r:id="rId22"/>
      <p:bold r:id="rId23"/>
    </p:embeddedFont>
    <p:embeddedFont>
      <p:font typeface="Lexen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hY1dvLwcgsGsWMPN18NACciQSA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6.xml"/><Relationship Id="rId24" Type="http://schemas.openxmlformats.org/officeDocument/2006/relationships/font" Target="fonts/Lexend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n"/>
          <p:cNvSpPr txBox="1"/>
          <p:nvPr/>
        </p:nvSpPr>
        <p:spPr>
          <a:xfrm>
            <a:off x="0" y="0"/>
            <a:ext cx="2971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n"/>
          <p:cNvSpPr txBox="1"/>
          <p:nvPr/>
        </p:nvSpPr>
        <p:spPr>
          <a:xfrm>
            <a:off x="3884613" y="0"/>
            <a:ext cx="2971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n"/>
          <p:cNvSpPr/>
          <p:nvPr>
            <p:ph idx="2" type="sldImg"/>
          </p:nvPr>
        </p:nvSpPr>
        <p:spPr>
          <a:xfrm>
            <a:off x="1143000" y="685800"/>
            <a:ext cx="455453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7" name="Google Shape;17;n"/>
          <p:cNvSpPr txBox="1"/>
          <p:nvPr>
            <p:ph idx="1" type="body"/>
          </p:nvPr>
        </p:nvSpPr>
        <p:spPr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n"/>
          <p:cNvSpPr txBox="1"/>
          <p:nvPr/>
        </p:nvSpPr>
        <p:spPr>
          <a:xfrm>
            <a:off x="0" y="8683625"/>
            <a:ext cx="2971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n"/>
          <p:cNvSpPr txBox="1"/>
          <p:nvPr>
            <p:ph idx="12" type="sldNum"/>
          </p:nvPr>
        </p:nvSpPr>
        <p:spPr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:notes"/>
          <p:cNvSpPr/>
          <p:nvPr>
            <p:ph idx="2" type="sldImg"/>
          </p:nvPr>
        </p:nvSpPr>
        <p:spPr>
          <a:xfrm>
            <a:off x="1146175" y="685800"/>
            <a:ext cx="454818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886" name="Google Shape;1886;p1:notes"/>
          <p:cNvSpPr txBox="1"/>
          <p:nvPr>
            <p:ph idx="1" type="body"/>
          </p:nvPr>
        </p:nvSpPr>
        <p:spPr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1:notes"/>
          <p:cNvSpPr txBox="1"/>
          <p:nvPr>
            <p:ph idx="12" type="sldNum"/>
          </p:nvPr>
        </p:nvSpPr>
        <p:spPr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3eead5a18d0_0_45:notes"/>
          <p:cNvSpPr/>
          <p:nvPr>
            <p:ph idx="2" type="sldImg"/>
          </p:nvPr>
        </p:nvSpPr>
        <p:spPr>
          <a:xfrm>
            <a:off x="1146175" y="685800"/>
            <a:ext cx="45483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894" name="Google Shape;1894;g3eead5a18d0_0_45:notes"/>
          <p:cNvSpPr txBox="1"/>
          <p:nvPr>
            <p:ph idx="1" type="body"/>
          </p:nvPr>
        </p:nvSpPr>
        <p:spPr>
          <a:xfrm>
            <a:off x="685800" y="4343400"/>
            <a:ext cx="5469000" cy="4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g3eead5a18d0_0_45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3eead5a18d0_0_55:notes"/>
          <p:cNvSpPr/>
          <p:nvPr>
            <p:ph idx="2" type="sldImg"/>
          </p:nvPr>
        </p:nvSpPr>
        <p:spPr>
          <a:xfrm>
            <a:off x="1146175" y="685800"/>
            <a:ext cx="45483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903" name="Google Shape;1903;g3eead5a18d0_0_55:notes"/>
          <p:cNvSpPr txBox="1"/>
          <p:nvPr>
            <p:ph idx="1" type="body"/>
          </p:nvPr>
        </p:nvSpPr>
        <p:spPr>
          <a:xfrm>
            <a:off x="685800" y="4343400"/>
            <a:ext cx="5469000" cy="4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4" name="Google Shape;1904;g3eead5a18d0_0_55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eead5a18d0_0_7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g3eead5a18d0_0_7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g3eead5a18d0_0_7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g3eead5a18d0_0_7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3eead5a18d0_0_64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2" name="Google Shape;1922;g3eead5a18d0_0_6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g3eead5a18d0_0_64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g3eead5a18d0_0_64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eead5a18d0_0_15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1" name="Google Shape;1951;g3eead5a18d0_0_1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g3eead5a18d0_0_15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3" name="Google Shape;1953;g3eead5a18d0_0_15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3eead5a18d0_0_145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g3eead5a18d0_0_14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g3eead5a18d0_0_145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3" name="Google Shape;1963;g3eead5a18d0_0_145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3eead5a18d0_0_154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1" name="Google Shape;1971;g3eead5a18d0_0_15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2" name="Google Shape;1972;g3eead5a18d0_0_154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3" name="Google Shape;1973;g3eead5a18d0_0_154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3eead5a18d0_0_174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1" name="Google Shape;1981;g3eead5a18d0_0_17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2" name="Google Shape;1982;g3eead5a18d0_0_174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3" name="Google Shape;1983;g3eead5a18d0_0_174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3eead5a18d0_0_164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2" name="Google Shape;1992;g3eead5a18d0_0_16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3" name="Google Shape;1993;g3eead5a18d0_0_164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4" name="Google Shape;1994;g3eead5a18d0_0_164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eead5a18d0_0_24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g3eead5a18d0_0_2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3" name="Google Shape;2003;g3eead5a18d0_0_24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4" name="Google Shape;2004;g3eead5a18d0_0_24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3eead5a18d0_0_36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2" name="Google Shape;2012;g3eead5a18d0_0_3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3" name="Google Shape;2013;g3eead5a18d0_0_36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4" name="Google Shape;2014;g3eead5a18d0_0_36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3eead5a18d0_0_0:notes"/>
          <p:cNvSpPr/>
          <p:nvPr>
            <p:ph idx="2" type="sldImg"/>
          </p:nvPr>
        </p:nvSpPr>
        <p:spPr>
          <a:xfrm>
            <a:off x="1146175" y="685800"/>
            <a:ext cx="45483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022" name="Google Shape;2022;g3eead5a18d0_0_0:notes"/>
          <p:cNvSpPr txBox="1"/>
          <p:nvPr>
            <p:ph idx="1" type="body"/>
          </p:nvPr>
        </p:nvSpPr>
        <p:spPr>
          <a:xfrm>
            <a:off x="685800" y="4343400"/>
            <a:ext cx="5469000" cy="4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3" name="Google Shape;2023;g3eead5a18d0_0_0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2:notes"/>
          <p:cNvSpPr txBox="1"/>
          <p:nvPr>
            <p:ph idx="12" type="sldNum"/>
          </p:nvPr>
        </p:nvSpPr>
        <p:spPr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2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2:notes"/>
          <p:cNvSpPr txBox="1"/>
          <p:nvPr>
            <p:ph idx="1" type="body"/>
          </p:nvPr>
        </p:nvSpPr>
        <p:spPr>
          <a:xfrm>
            <a:off x="685800" y="4343400"/>
            <a:ext cx="5472113" cy="410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2" name="Google Shape;2032;p2:notes"/>
          <p:cNvSpPr/>
          <p:nvPr>
            <p:ph idx="2" type="sldImg"/>
          </p:nvPr>
        </p:nvSpPr>
        <p:spPr>
          <a:xfrm>
            <a:off x="1143000" y="685800"/>
            <a:ext cx="455453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3ea6b722f21_0_1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9" name="Google Shape;2039;g3ea6b722f21_0_1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0" name="Google Shape;2040;g3ea6b722f21_0_1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1" name="Google Shape;2041;g3ea6b722f21_0_1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51:notes"/>
          <p:cNvSpPr txBox="1"/>
          <p:nvPr>
            <p:ph idx="1" type="body"/>
          </p:nvPr>
        </p:nvSpPr>
        <p:spPr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8" name="Google Shape;2048;p51:notes"/>
          <p:cNvSpPr/>
          <p:nvPr>
            <p:ph idx="2" type="sldImg"/>
          </p:nvPr>
        </p:nvSpPr>
        <p:spPr>
          <a:xfrm>
            <a:off x="1143000" y="685800"/>
            <a:ext cx="455453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76c0514295_0_394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76c0514295_0_3949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g376c0514295_0_3949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g376c0514295_0_3949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76c0514295_0_3949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76c0514295_0_3949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g376c0514295_0_2981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34" name="Google Shape;34;g376c0514295_0_298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76c0514295_0_298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76c0514295_0_298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376c0514295_0_298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76c0514295_0_298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76c0514295_0_298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76c0514295_0_298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76c0514295_0_298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76c0514295_0_298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76c0514295_0_298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76c0514295_0_298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376c0514295_0_298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76c0514295_0_298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76c0514295_0_298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76c0514295_0_298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76c0514295_0_298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76c0514295_0_298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76c0514295_0_298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76c0514295_0_298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76c0514295_0_298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76c0514295_0_298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76c0514295_0_298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76c0514295_0_298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76c0514295_0_298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76c0514295_0_298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76c0514295_0_298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76c0514295_0_298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76c0514295_0_298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76c0514295_0_298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76c0514295_0_298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76c0514295_0_298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76c0514295_0_298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76c0514295_0_298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76c0514295_0_298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376c0514295_0_298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376c0514295_0_298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76c0514295_0_298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376c0514295_0_298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376c0514295_0_298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76c0514295_0_298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376c0514295_0_298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76c0514295_0_298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76c0514295_0_298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76c0514295_0_298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76c0514295_0_298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76c0514295_0_298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376c0514295_0_298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76c0514295_0_298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76c0514295_0_298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76c0514295_0_298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76c0514295_0_298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76c0514295_0_298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376c0514295_0_298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376c0514295_0_298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76c0514295_0_298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76c0514295_0_298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76c0514295_0_298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76c0514295_0_298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76c0514295_0_298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376c0514295_0_2981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6c0514295_0_2981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76c0514295_0_2981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g376c0514295_0_2981"/>
          <p:cNvSpPr txBox="1"/>
          <p:nvPr>
            <p:ph idx="1" type="subTitle"/>
          </p:nvPr>
        </p:nvSpPr>
        <p:spPr>
          <a:xfrm>
            <a:off x="208725" y="3286600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76c0514295_0_2981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6c0514295_0_2095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76c0514295_0_2095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1" name="Google Shape;101;g376c0514295_0_2095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" name="Google Shape;102;g376c0514295_0_2095"/>
          <p:cNvSpPr txBox="1"/>
          <p:nvPr>
            <p:ph idx="2" type="subTitle"/>
          </p:nvPr>
        </p:nvSpPr>
        <p:spPr>
          <a:xfrm>
            <a:off x="5767125" y="567367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76c0514295_0_2095"/>
          <p:cNvSpPr txBox="1"/>
          <p:nvPr>
            <p:ph type="title"/>
          </p:nvPr>
        </p:nvSpPr>
        <p:spPr>
          <a:xfrm>
            <a:off x="208725" y="458900"/>
            <a:ext cx="53409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g376c0514295_0_2095"/>
          <p:cNvSpPr txBox="1"/>
          <p:nvPr>
            <p:ph idx="3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" name="Google Shape;105;g376c0514295_0_2095"/>
          <p:cNvSpPr txBox="1"/>
          <p:nvPr>
            <p:ph idx="4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4224">
          <p15:clr>
            <a:srgbClr val="E46962"/>
          </p15:clr>
        </p15:guide>
        <p15:guide id="3" orient="horz" pos="124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376c0514295_0_210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08" name="Google Shape;108;g376c0514295_0_210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76c0514295_0_210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76c0514295_0_210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76c0514295_0_210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76c0514295_0_210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76c0514295_0_210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76c0514295_0_210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76c0514295_0_210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76c0514295_0_210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76c0514295_0_210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76c0514295_0_210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76c0514295_0_210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76c0514295_0_210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76c0514295_0_210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76c0514295_0_210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76c0514295_0_210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76c0514295_0_210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76c0514295_0_210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76c0514295_0_210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76c0514295_0_210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76c0514295_0_210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76c0514295_0_210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376c0514295_0_210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76c0514295_0_210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76c0514295_0_210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76c0514295_0_210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76c0514295_0_210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76c0514295_0_210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76c0514295_0_210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76c0514295_0_210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76c0514295_0_210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76c0514295_0_210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76c0514295_0_210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76c0514295_0_210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76c0514295_0_210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76c0514295_0_210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76c0514295_0_210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76c0514295_0_210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76c0514295_0_210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76c0514295_0_210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76c0514295_0_210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76c0514295_0_210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76c0514295_0_210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76c0514295_0_210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76c0514295_0_210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76c0514295_0_210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76c0514295_0_210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76c0514295_0_210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376c0514295_0_210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76c0514295_0_210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76c0514295_0_210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76c0514295_0_210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76c0514295_0_210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76c0514295_0_210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376c0514295_0_210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76c0514295_0_210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76c0514295_0_210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76c0514295_0_210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76c0514295_0_210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g376c0514295_0_210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6c0514295_0_210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9" name="Google Shape;169;g376c0514295_0_2103"/>
          <p:cNvSpPr txBox="1"/>
          <p:nvPr>
            <p:ph type="title"/>
          </p:nvPr>
        </p:nvSpPr>
        <p:spPr>
          <a:xfrm>
            <a:off x="209775" y="624767"/>
            <a:ext cx="5016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g376c0514295_0_2103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" name="Google Shape;171;g376c0514295_0_2103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" name="Google Shape;172;g376c0514295_0_2103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76c0514295_0_2170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75" name="Google Shape;175;g376c0514295_0_217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76c0514295_0_217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76c0514295_0_217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76c0514295_0_217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76c0514295_0_217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76c0514295_0_217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76c0514295_0_217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76c0514295_0_217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76c0514295_0_217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76c0514295_0_217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76c0514295_0_217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76c0514295_0_217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76c0514295_0_217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76c0514295_0_217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76c0514295_0_217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76c0514295_0_217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76c0514295_0_217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76c0514295_0_217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76c0514295_0_217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76c0514295_0_217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76c0514295_0_217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76c0514295_0_217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76c0514295_0_217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76c0514295_0_217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76c0514295_0_217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76c0514295_0_217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76c0514295_0_217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76c0514295_0_217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76c0514295_0_217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76c0514295_0_217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76c0514295_0_217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76c0514295_0_217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76c0514295_0_217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76c0514295_0_217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76c0514295_0_217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76c0514295_0_217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76c0514295_0_217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76c0514295_0_217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76c0514295_0_217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76c0514295_0_217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76c0514295_0_217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76c0514295_0_217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76c0514295_0_217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76c0514295_0_217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76c0514295_0_217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76c0514295_0_217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76c0514295_0_217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76c0514295_0_217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76c0514295_0_217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76c0514295_0_217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76c0514295_0_217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76c0514295_0_217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76c0514295_0_217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76c0514295_0_217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76c0514295_0_217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76c0514295_0_217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76c0514295_0_217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76c0514295_0_217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76c0514295_0_217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g376c0514295_0_2170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76c0514295_0_2170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6" name="Google Shape;236;g376c0514295_0_2170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g376c0514295_0_2170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" name="Google Shape;238;g376c0514295_0_2170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g376c0514295_0_2170"/>
          <p:cNvSpPr txBox="1"/>
          <p:nvPr>
            <p:ph idx="4" type="subTitle"/>
          </p:nvPr>
        </p:nvSpPr>
        <p:spPr>
          <a:xfrm>
            <a:off x="5767125" y="763600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g376c0514295_0_2170"/>
          <p:cNvSpPr txBox="1"/>
          <p:nvPr>
            <p:ph type="title"/>
          </p:nvPr>
        </p:nvSpPr>
        <p:spPr>
          <a:xfrm>
            <a:off x="208725" y="458900"/>
            <a:ext cx="53409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96">
          <p15:clr>
            <a:srgbClr val="E46962"/>
          </p15:clr>
        </p15:guide>
        <p15:guide id="3" orient="horz" pos="4224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g376c0514295_0_2238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243" name="Google Shape;243;g376c0514295_0_223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76c0514295_0_223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76c0514295_0_223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76c0514295_0_223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76c0514295_0_223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76c0514295_0_223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76c0514295_0_223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76c0514295_0_223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76c0514295_0_223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76c0514295_0_223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76c0514295_0_223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76c0514295_0_223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76c0514295_0_223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76c0514295_0_223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76c0514295_0_223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76c0514295_0_223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76c0514295_0_223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76c0514295_0_223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76c0514295_0_223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76c0514295_0_223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376c0514295_0_223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376c0514295_0_223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76c0514295_0_223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76c0514295_0_223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76c0514295_0_223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76c0514295_0_223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76c0514295_0_223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76c0514295_0_223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76c0514295_0_223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76c0514295_0_223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76c0514295_0_223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76c0514295_0_223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376c0514295_0_223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76c0514295_0_223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76c0514295_0_223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76c0514295_0_223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76c0514295_0_223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76c0514295_0_223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76c0514295_0_223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76c0514295_0_223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76c0514295_0_223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76c0514295_0_223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76c0514295_0_223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76c0514295_0_223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76c0514295_0_223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76c0514295_0_223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76c0514295_0_223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76c0514295_0_223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76c0514295_0_223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76c0514295_0_223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76c0514295_0_223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76c0514295_0_223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76c0514295_0_223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76c0514295_0_223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76c0514295_0_223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76c0514295_0_223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76c0514295_0_223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76c0514295_0_223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76c0514295_0_223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g376c0514295_0_2238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76c0514295_0_2238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4" name="Google Shape;304;g376c0514295_0_2238"/>
          <p:cNvSpPr txBox="1"/>
          <p:nvPr>
            <p:ph type="title"/>
          </p:nvPr>
        </p:nvSpPr>
        <p:spPr>
          <a:xfrm>
            <a:off x="1579100" y="654967"/>
            <a:ext cx="49662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g376c0514295_0_2238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" name="Google Shape;306;g376c0514295_0_2238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" name="Google Shape;307;g376c0514295_0_2238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96">
          <p15:clr>
            <a:srgbClr val="E46962"/>
          </p15:clr>
        </p15:guide>
        <p15:guide id="3" orient="horz" pos="4224">
          <p15:clr>
            <a:srgbClr val="E46962"/>
          </p15:clr>
        </p15:guide>
        <p15:guide id="4" orient="horz" pos="96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g376c0514295_0_2305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310" name="Google Shape;310;g376c0514295_0_230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76c0514295_0_230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76c0514295_0_230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76c0514295_0_230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76c0514295_0_230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76c0514295_0_230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76c0514295_0_230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76c0514295_0_230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76c0514295_0_230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76c0514295_0_230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76c0514295_0_230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76c0514295_0_230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76c0514295_0_230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76c0514295_0_230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76c0514295_0_230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76c0514295_0_230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76c0514295_0_230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76c0514295_0_230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76c0514295_0_230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76c0514295_0_230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76c0514295_0_230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76c0514295_0_230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76c0514295_0_230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76c0514295_0_230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76c0514295_0_230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76c0514295_0_230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76c0514295_0_230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76c0514295_0_230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76c0514295_0_230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76c0514295_0_230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76c0514295_0_230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76c0514295_0_230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76c0514295_0_230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76c0514295_0_230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76c0514295_0_230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76c0514295_0_230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76c0514295_0_230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76c0514295_0_230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76c0514295_0_230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76c0514295_0_230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76c0514295_0_230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76c0514295_0_230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76c0514295_0_230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76c0514295_0_230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76c0514295_0_230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76c0514295_0_230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76c0514295_0_230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76c0514295_0_230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76c0514295_0_230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76c0514295_0_230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76c0514295_0_230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76c0514295_0_230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76c0514295_0_230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76c0514295_0_230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76c0514295_0_230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76c0514295_0_230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76c0514295_0_230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76c0514295_0_230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376c0514295_0_230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g376c0514295_0_2305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76c0514295_0_2305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g376c0514295_0_2305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2" name="Google Shape;372;g376c0514295_0_2305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3" name="Google Shape;373;g376c0514295_0_2305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4" name="Google Shape;374;g376c0514295_0_2305"/>
          <p:cNvSpPr txBox="1"/>
          <p:nvPr>
            <p:ph idx="4" type="subTitle"/>
          </p:nvPr>
        </p:nvSpPr>
        <p:spPr>
          <a:xfrm>
            <a:off x="516425" y="3397600"/>
            <a:ext cx="37362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76c0514295_0_2305"/>
          <p:cNvSpPr txBox="1"/>
          <p:nvPr>
            <p:ph idx="5" type="subTitle"/>
          </p:nvPr>
        </p:nvSpPr>
        <p:spPr>
          <a:xfrm>
            <a:off x="5128850" y="3397600"/>
            <a:ext cx="3679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g376c0514295_0_2305"/>
          <p:cNvSpPr txBox="1"/>
          <p:nvPr>
            <p:ph type="title"/>
          </p:nvPr>
        </p:nvSpPr>
        <p:spPr>
          <a:xfrm>
            <a:off x="209775" y="624767"/>
            <a:ext cx="6048900" cy="19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g376c0514295_0_237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379" name="Google Shape;379;g376c0514295_0_237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76c0514295_0_237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76c0514295_0_237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76c0514295_0_237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76c0514295_0_237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76c0514295_0_237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76c0514295_0_237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76c0514295_0_237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76c0514295_0_237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76c0514295_0_237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76c0514295_0_237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76c0514295_0_237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76c0514295_0_237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76c0514295_0_237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76c0514295_0_237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376c0514295_0_237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76c0514295_0_237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76c0514295_0_237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76c0514295_0_237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76c0514295_0_237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76c0514295_0_237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76c0514295_0_237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76c0514295_0_237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76c0514295_0_237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76c0514295_0_237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76c0514295_0_237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76c0514295_0_237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76c0514295_0_237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76c0514295_0_237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76c0514295_0_237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376c0514295_0_237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76c0514295_0_237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376c0514295_0_237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76c0514295_0_237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76c0514295_0_237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76c0514295_0_237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76c0514295_0_237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76c0514295_0_237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76c0514295_0_237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76c0514295_0_237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76c0514295_0_237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76c0514295_0_237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76c0514295_0_237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76c0514295_0_237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76c0514295_0_237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76c0514295_0_237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76c0514295_0_237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76c0514295_0_237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76c0514295_0_237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76c0514295_0_237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76c0514295_0_237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76c0514295_0_237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76c0514295_0_237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76c0514295_0_237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76c0514295_0_237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76c0514295_0_237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76c0514295_0_237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76c0514295_0_237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76c0514295_0_237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g376c0514295_0_237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76c0514295_0_237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0" name="Google Shape;440;g376c0514295_0_2374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41" name="Google Shape;441;g376c0514295_0_2374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42" name="Google Shape;442;g376c0514295_0_2374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3" name="Google Shape;443;g376c0514295_0_2374"/>
          <p:cNvSpPr txBox="1"/>
          <p:nvPr>
            <p:ph type="title"/>
          </p:nvPr>
        </p:nvSpPr>
        <p:spPr>
          <a:xfrm>
            <a:off x="209775" y="624767"/>
            <a:ext cx="6048900" cy="19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g376c0514295_0_2441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446" name="Google Shape;446;g376c0514295_0_244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76c0514295_0_244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76c0514295_0_244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76c0514295_0_244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76c0514295_0_244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76c0514295_0_244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76c0514295_0_244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76c0514295_0_244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76c0514295_0_244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76c0514295_0_244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376c0514295_0_244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76c0514295_0_244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76c0514295_0_244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76c0514295_0_244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76c0514295_0_244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76c0514295_0_244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76c0514295_0_244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76c0514295_0_244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76c0514295_0_244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76c0514295_0_244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76c0514295_0_244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76c0514295_0_244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76c0514295_0_244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76c0514295_0_244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76c0514295_0_244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376c0514295_0_244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76c0514295_0_244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76c0514295_0_244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76c0514295_0_244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76c0514295_0_244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376c0514295_0_244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76c0514295_0_244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376c0514295_0_244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376c0514295_0_244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376c0514295_0_244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376c0514295_0_244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376c0514295_0_244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376c0514295_0_244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76c0514295_0_244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76c0514295_0_244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76c0514295_0_244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376c0514295_0_244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376c0514295_0_244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376c0514295_0_244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76c0514295_0_244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76c0514295_0_244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76c0514295_0_244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76c0514295_0_244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76c0514295_0_244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376c0514295_0_244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376c0514295_0_244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76c0514295_0_244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376c0514295_0_244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376c0514295_0_244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76c0514295_0_244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376c0514295_0_244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376c0514295_0_244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76c0514295_0_244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376c0514295_0_244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g376c0514295_0_2441"/>
          <p:cNvSpPr txBox="1"/>
          <p:nvPr>
            <p:ph type="title"/>
          </p:nvPr>
        </p:nvSpPr>
        <p:spPr>
          <a:xfrm>
            <a:off x="209775" y="624767"/>
            <a:ext cx="5016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g376c0514295_0_2441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76c0514295_0_2441"/>
          <p:cNvSpPr txBox="1"/>
          <p:nvPr/>
        </p:nvSpPr>
        <p:spPr>
          <a:xfrm>
            <a:off x="0" y="-528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i="0" sz="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g376c0514295_0_2441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76c0514295_0_2441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10" name="Google Shape;510;g376c0514295_0_2441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11" name="Google Shape;511;g376c0514295_0_2441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2" name="Google Shape;512;g376c0514295_0_2441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g376c0514295_0_2510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515" name="Google Shape;515;g376c0514295_0_25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76c0514295_0_25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76c0514295_0_25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76c0514295_0_25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76c0514295_0_25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76c0514295_0_25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76c0514295_0_25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76c0514295_0_25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76c0514295_0_25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76c0514295_0_25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376c0514295_0_25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376c0514295_0_25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76c0514295_0_25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76c0514295_0_25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76c0514295_0_25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376c0514295_0_25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76c0514295_0_25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76c0514295_0_25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76c0514295_0_25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76c0514295_0_25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76c0514295_0_25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76c0514295_0_25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76c0514295_0_25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76c0514295_0_25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76c0514295_0_25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376c0514295_0_25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76c0514295_0_25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76c0514295_0_25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76c0514295_0_25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76c0514295_0_25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76c0514295_0_25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76c0514295_0_25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76c0514295_0_25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76c0514295_0_25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76c0514295_0_25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76c0514295_0_25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76c0514295_0_25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76c0514295_0_25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76c0514295_0_25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76c0514295_0_25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76c0514295_0_25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76c0514295_0_25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76c0514295_0_25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76c0514295_0_25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376c0514295_0_25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76c0514295_0_25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76c0514295_0_25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76c0514295_0_25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76c0514295_0_25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76c0514295_0_25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76c0514295_0_25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76c0514295_0_25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76c0514295_0_25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76c0514295_0_25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76c0514295_0_25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76c0514295_0_25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76c0514295_0_25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76c0514295_0_25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76c0514295_0_25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4" name="Google Shape;574;g376c0514295_0_2510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76c0514295_0_2510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76c0514295_0_2510"/>
          <p:cNvSpPr txBox="1"/>
          <p:nvPr>
            <p:ph type="title"/>
          </p:nvPr>
        </p:nvSpPr>
        <p:spPr>
          <a:xfrm>
            <a:off x="208725" y="458900"/>
            <a:ext cx="53409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g376c0514295_0_2510"/>
          <p:cNvSpPr txBox="1"/>
          <p:nvPr>
            <p:ph idx="1" type="subTitle"/>
          </p:nvPr>
        </p:nvSpPr>
        <p:spPr>
          <a:xfrm>
            <a:off x="5767125" y="567367"/>
            <a:ext cx="3238500" cy="4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8" name="Google Shape;578;g376c0514295_0_2510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g376c0514295_0_2576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581" name="Google Shape;581;g376c0514295_0_257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76c0514295_0_257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76c0514295_0_257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76c0514295_0_257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376c0514295_0_257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76c0514295_0_257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76c0514295_0_257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76c0514295_0_257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76c0514295_0_257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76c0514295_0_257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376c0514295_0_257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76c0514295_0_257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376c0514295_0_257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376c0514295_0_257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76c0514295_0_257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76c0514295_0_257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76c0514295_0_257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76c0514295_0_257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76c0514295_0_257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376c0514295_0_257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376c0514295_0_257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376c0514295_0_257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76c0514295_0_257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76c0514295_0_257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376c0514295_0_257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376c0514295_0_257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376c0514295_0_257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376c0514295_0_257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376c0514295_0_257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76c0514295_0_257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76c0514295_0_257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76c0514295_0_257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76c0514295_0_257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76c0514295_0_257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376c0514295_0_257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76c0514295_0_257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76c0514295_0_257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76c0514295_0_257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76c0514295_0_257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76c0514295_0_257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76c0514295_0_257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76c0514295_0_257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76c0514295_0_257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76c0514295_0_257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376c0514295_0_257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76c0514295_0_257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76c0514295_0_257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76c0514295_0_257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76c0514295_0_257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76c0514295_0_257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76c0514295_0_257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76c0514295_0_257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76c0514295_0_257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76c0514295_0_257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76c0514295_0_257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76c0514295_0_257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76c0514295_0_257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76c0514295_0_257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76c0514295_0_257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0" name="Google Shape;640;g376c0514295_0_2576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76c0514295_0_2576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76c0514295_0_2576"/>
          <p:cNvSpPr txBox="1"/>
          <p:nvPr>
            <p:ph type="title"/>
          </p:nvPr>
        </p:nvSpPr>
        <p:spPr>
          <a:xfrm>
            <a:off x="208725" y="458900"/>
            <a:ext cx="53409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3" name="Google Shape;643;g376c0514295_0_2576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g376c0514295_0_2641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646" name="Google Shape;646;g376c0514295_0_264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76c0514295_0_264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76c0514295_0_264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76c0514295_0_264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376c0514295_0_264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76c0514295_0_264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76c0514295_0_264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76c0514295_0_264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76c0514295_0_264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76c0514295_0_264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76c0514295_0_264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76c0514295_0_264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76c0514295_0_264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76c0514295_0_264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76c0514295_0_264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76c0514295_0_264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76c0514295_0_264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76c0514295_0_264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76c0514295_0_264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76c0514295_0_264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76c0514295_0_264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76c0514295_0_264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76c0514295_0_264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76c0514295_0_264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76c0514295_0_264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76c0514295_0_264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76c0514295_0_264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76c0514295_0_264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76c0514295_0_264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76c0514295_0_264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76c0514295_0_264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76c0514295_0_264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76c0514295_0_264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76c0514295_0_264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76c0514295_0_264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76c0514295_0_264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76c0514295_0_264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76c0514295_0_264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76c0514295_0_264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76c0514295_0_264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76c0514295_0_264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76c0514295_0_264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76c0514295_0_264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76c0514295_0_264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76c0514295_0_264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76c0514295_0_264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376c0514295_0_264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76c0514295_0_264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76c0514295_0_264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76c0514295_0_264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76c0514295_0_264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76c0514295_0_264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76c0514295_0_264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76c0514295_0_264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76c0514295_0_264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76c0514295_0_264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76c0514295_0_264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76c0514295_0_264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76c0514295_0_264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g376c0514295_0_2641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76c0514295_0_2641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76c0514295_0_2641"/>
          <p:cNvSpPr txBox="1"/>
          <p:nvPr>
            <p:ph type="title"/>
          </p:nvPr>
        </p:nvSpPr>
        <p:spPr>
          <a:xfrm>
            <a:off x="208725" y="458900"/>
            <a:ext cx="76404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8" name="Google Shape;708;g376c0514295_0_2641"/>
          <p:cNvSpPr txBox="1"/>
          <p:nvPr>
            <p:ph idx="1" type="body"/>
          </p:nvPr>
        </p:nvSpPr>
        <p:spPr>
          <a:xfrm>
            <a:off x="208725" y="3093833"/>
            <a:ext cx="73539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09" name="Google Shape;709;g376c0514295_0_2641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g376c0514295_0_270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712" name="Google Shape;712;g376c0514295_0_270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76c0514295_0_270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76c0514295_0_270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376c0514295_0_270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376c0514295_0_270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376c0514295_0_270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76c0514295_0_270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76c0514295_0_270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76c0514295_0_270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376c0514295_0_270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376c0514295_0_270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g376c0514295_0_270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g376c0514295_0_270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g376c0514295_0_270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76c0514295_0_270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76c0514295_0_270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76c0514295_0_270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76c0514295_0_270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76c0514295_0_270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g376c0514295_0_270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376c0514295_0_270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76c0514295_0_270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76c0514295_0_270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76c0514295_0_270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76c0514295_0_270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76c0514295_0_270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76c0514295_0_270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76c0514295_0_270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376c0514295_0_270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g376c0514295_0_270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76c0514295_0_270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376c0514295_0_270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g376c0514295_0_270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76c0514295_0_270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376c0514295_0_270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376c0514295_0_270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76c0514295_0_270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76c0514295_0_270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g376c0514295_0_270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76c0514295_0_270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76c0514295_0_270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76c0514295_0_270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76c0514295_0_270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76c0514295_0_270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376c0514295_0_270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76c0514295_0_270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g376c0514295_0_270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376c0514295_0_270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76c0514295_0_270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76c0514295_0_270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376c0514295_0_270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76c0514295_0_270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76c0514295_0_270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76c0514295_0_270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76c0514295_0_270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376c0514295_0_270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g376c0514295_0_270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76c0514295_0_270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76c0514295_0_270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1" name="Google Shape;771;g376c0514295_0_270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76c0514295_0_270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76c0514295_0_2707"/>
          <p:cNvSpPr txBox="1"/>
          <p:nvPr>
            <p:ph type="title"/>
          </p:nvPr>
        </p:nvSpPr>
        <p:spPr>
          <a:xfrm>
            <a:off x="208725" y="458900"/>
            <a:ext cx="74184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g376c0514295_0_2707"/>
          <p:cNvSpPr txBox="1"/>
          <p:nvPr>
            <p:ph idx="1" type="body"/>
          </p:nvPr>
        </p:nvSpPr>
        <p:spPr>
          <a:xfrm>
            <a:off x="208725" y="3093833"/>
            <a:ext cx="42549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75" name="Google Shape;775;g376c0514295_0_2707"/>
          <p:cNvSpPr txBox="1"/>
          <p:nvPr>
            <p:ph idx="2" type="body"/>
          </p:nvPr>
        </p:nvSpPr>
        <p:spPr>
          <a:xfrm>
            <a:off x="4684150" y="3093833"/>
            <a:ext cx="42549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76" name="Google Shape;776;g376c0514295_0_270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g376c0514295_0_277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779" name="Google Shape;779;g376c0514295_0_277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76c0514295_0_277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76c0514295_0_277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76c0514295_0_277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76c0514295_0_277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76c0514295_0_277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76c0514295_0_277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76c0514295_0_277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76c0514295_0_277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76c0514295_0_277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76c0514295_0_277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76c0514295_0_277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76c0514295_0_277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76c0514295_0_277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76c0514295_0_277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76c0514295_0_277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76c0514295_0_277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76c0514295_0_277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376c0514295_0_277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76c0514295_0_277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76c0514295_0_277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76c0514295_0_277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76c0514295_0_277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76c0514295_0_277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76c0514295_0_277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376c0514295_0_277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g376c0514295_0_277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76c0514295_0_277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76c0514295_0_277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76c0514295_0_277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76c0514295_0_277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76c0514295_0_277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76c0514295_0_277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376c0514295_0_277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76c0514295_0_277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76c0514295_0_277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376c0514295_0_277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76c0514295_0_277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76c0514295_0_277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g376c0514295_0_277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76c0514295_0_277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76c0514295_0_277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76c0514295_0_277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76c0514295_0_277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76c0514295_0_277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76c0514295_0_277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76c0514295_0_277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g376c0514295_0_277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376c0514295_0_277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376c0514295_0_277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g376c0514295_0_277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g376c0514295_0_277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g376c0514295_0_277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g376c0514295_0_277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g376c0514295_0_277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g376c0514295_0_277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g376c0514295_0_277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g376c0514295_0_277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g376c0514295_0_277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g376c0514295_0_277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76c0514295_0_277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76c0514295_0_2774"/>
          <p:cNvSpPr txBox="1"/>
          <p:nvPr>
            <p:ph type="title"/>
          </p:nvPr>
        </p:nvSpPr>
        <p:spPr>
          <a:xfrm>
            <a:off x="208725" y="458900"/>
            <a:ext cx="76011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1" name="Google Shape;841;g376c0514295_0_277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g376c0514295_0_2839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844" name="Google Shape;844;g376c0514295_0_283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g376c0514295_0_283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g376c0514295_0_283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g376c0514295_0_283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g376c0514295_0_283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g376c0514295_0_283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g376c0514295_0_283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g376c0514295_0_283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g376c0514295_0_283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g376c0514295_0_283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g376c0514295_0_283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g376c0514295_0_283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g376c0514295_0_283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g376c0514295_0_283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g376c0514295_0_283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g376c0514295_0_283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g376c0514295_0_283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g376c0514295_0_283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g376c0514295_0_283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g376c0514295_0_283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g376c0514295_0_283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g376c0514295_0_283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376c0514295_0_283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g376c0514295_0_283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g376c0514295_0_283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376c0514295_0_283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76c0514295_0_283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376c0514295_0_283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g376c0514295_0_283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g376c0514295_0_283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376c0514295_0_283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g376c0514295_0_283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g376c0514295_0_283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76c0514295_0_283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g376c0514295_0_283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376c0514295_0_283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g376c0514295_0_283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g376c0514295_0_283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g376c0514295_0_283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g376c0514295_0_283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g376c0514295_0_283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g376c0514295_0_283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76c0514295_0_283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76c0514295_0_283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76c0514295_0_283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g376c0514295_0_283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376c0514295_0_283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376c0514295_0_283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76c0514295_0_283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376c0514295_0_283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76c0514295_0_283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76c0514295_0_283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76c0514295_0_283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76c0514295_0_283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76c0514295_0_283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76c0514295_0_283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76c0514295_0_283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76c0514295_0_283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76c0514295_0_283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3" name="Google Shape;903;g376c0514295_0_2839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76c0514295_0_2839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76c0514295_0_2839"/>
          <p:cNvSpPr txBox="1"/>
          <p:nvPr>
            <p:ph type="title"/>
          </p:nvPr>
        </p:nvSpPr>
        <p:spPr>
          <a:xfrm>
            <a:off x="208725" y="458900"/>
            <a:ext cx="55584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6" name="Google Shape;906;g376c0514295_0_2839"/>
          <p:cNvSpPr txBox="1"/>
          <p:nvPr>
            <p:ph idx="1" type="subTitle"/>
          </p:nvPr>
        </p:nvSpPr>
        <p:spPr>
          <a:xfrm>
            <a:off x="5767125" y="567367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g376c0514295_0_2839"/>
          <p:cNvSpPr txBox="1"/>
          <p:nvPr>
            <p:ph idx="2" type="body"/>
          </p:nvPr>
        </p:nvSpPr>
        <p:spPr>
          <a:xfrm>
            <a:off x="208725" y="4067100"/>
            <a:ext cx="66666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08" name="Google Shape;908;g376c0514295_0_2839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g376c0514295_0_2906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911" name="Google Shape;911;g376c0514295_0_290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g376c0514295_0_290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g376c0514295_0_290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76c0514295_0_290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376c0514295_0_290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376c0514295_0_290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376c0514295_0_290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376c0514295_0_290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376c0514295_0_290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376c0514295_0_290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376c0514295_0_290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g376c0514295_0_290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376c0514295_0_290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376c0514295_0_290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376c0514295_0_290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376c0514295_0_290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g376c0514295_0_290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76c0514295_0_290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g376c0514295_0_290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g376c0514295_0_290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376c0514295_0_290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g376c0514295_0_290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g376c0514295_0_290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g376c0514295_0_290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g376c0514295_0_290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g376c0514295_0_290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g376c0514295_0_290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376c0514295_0_290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376c0514295_0_290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376c0514295_0_290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76c0514295_0_290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76c0514295_0_290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376c0514295_0_290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376c0514295_0_290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376c0514295_0_290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376c0514295_0_290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376c0514295_0_290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76c0514295_0_290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g376c0514295_0_290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376c0514295_0_290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376c0514295_0_290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g376c0514295_0_290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g376c0514295_0_290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76c0514295_0_290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376c0514295_0_290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76c0514295_0_290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376c0514295_0_290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g376c0514295_0_290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g376c0514295_0_290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76c0514295_0_290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376c0514295_0_290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g376c0514295_0_290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376c0514295_0_290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376c0514295_0_290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76c0514295_0_290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76c0514295_0_290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76c0514295_0_290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376c0514295_0_290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376c0514295_0_290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g376c0514295_0_2906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76c0514295_0_2906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76c0514295_0_2906"/>
          <p:cNvSpPr txBox="1"/>
          <p:nvPr>
            <p:ph type="title"/>
          </p:nvPr>
        </p:nvSpPr>
        <p:spPr>
          <a:xfrm>
            <a:off x="836250" y="2092200"/>
            <a:ext cx="74715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3" name="Google Shape;973;g376c0514295_0_2906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76c0514295_0_297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6" name="Google Shape;976;g376c0514295_0_297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7" name="Google Shape;977;g376c0514295_0_297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76c0514295_0_2975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76c0514295_0_2975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1" name="Google Shape;981;g376c0514295_0_2975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2" name="Google Shape;982;g376c0514295_0_2975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83" name="Google Shape;983;g376c0514295_0_297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oogle Shape;985;g376c0514295_0_304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986" name="Google Shape;986;g376c0514295_0_304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76c0514295_0_304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376c0514295_0_304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76c0514295_0_304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376c0514295_0_304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g376c0514295_0_304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g376c0514295_0_304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76c0514295_0_304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376c0514295_0_304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376c0514295_0_304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376c0514295_0_304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g376c0514295_0_304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g376c0514295_0_304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376c0514295_0_304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g376c0514295_0_304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376c0514295_0_304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376c0514295_0_304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g376c0514295_0_304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g376c0514295_0_304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g376c0514295_0_304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376c0514295_0_304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376c0514295_0_304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g376c0514295_0_304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376c0514295_0_304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76c0514295_0_304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376c0514295_0_304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376c0514295_0_304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76c0514295_0_304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376c0514295_0_304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376c0514295_0_304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76c0514295_0_304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76c0514295_0_304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76c0514295_0_304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76c0514295_0_304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76c0514295_0_304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76c0514295_0_304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76c0514295_0_304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76c0514295_0_304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76c0514295_0_304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76c0514295_0_304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76c0514295_0_304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76c0514295_0_304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76c0514295_0_304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76c0514295_0_304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76c0514295_0_304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376c0514295_0_304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76c0514295_0_304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376c0514295_0_304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376c0514295_0_304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76c0514295_0_304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376c0514295_0_304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76c0514295_0_304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76c0514295_0_304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76c0514295_0_304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76c0514295_0_304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76c0514295_0_304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76c0514295_0_304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76c0514295_0_304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76c0514295_0_304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5" name="Google Shape;1045;g376c0514295_0_304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376c0514295_0_304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76c0514295_0_3047"/>
          <p:cNvSpPr txBox="1"/>
          <p:nvPr>
            <p:ph idx="1" type="body"/>
          </p:nvPr>
        </p:nvSpPr>
        <p:spPr>
          <a:xfrm>
            <a:off x="1578900" y="1513400"/>
            <a:ext cx="5986200" cy="3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48" name="Google Shape;1048;g376c0514295_0_304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g376c0514295_0_3112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051" name="Google Shape;1051;g376c0514295_0_31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76c0514295_0_31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76c0514295_0_31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76c0514295_0_31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76c0514295_0_31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76c0514295_0_31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76c0514295_0_31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76c0514295_0_31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376c0514295_0_31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376c0514295_0_31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76c0514295_0_31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76c0514295_0_31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376c0514295_0_31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376c0514295_0_31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376c0514295_0_31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376c0514295_0_31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76c0514295_0_31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376c0514295_0_31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376c0514295_0_31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376c0514295_0_31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376c0514295_0_31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376c0514295_0_31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376c0514295_0_31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376c0514295_0_31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76c0514295_0_31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76c0514295_0_31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76c0514295_0_31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76c0514295_0_31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76c0514295_0_31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76c0514295_0_31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76c0514295_0_31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376c0514295_0_31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76c0514295_0_31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76c0514295_0_31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76c0514295_0_31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76c0514295_0_31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76c0514295_0_31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376c0514295_0_31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g376c0514295_0_31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376c0514295_0_31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376c0514295_0_31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376c0514295_0_31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76c0514295_0_31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376c0514295_0_31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376c0514295_0_31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376c0514295_0_31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376c0514295_0_31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376c0514295_0_31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76c0514295_0_31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376c0514295_0_31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376c0514295_0_31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376c0514295_0_31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76c0514295_0_31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76c0514295_0_31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76c0514295_0_31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376c0514295_0_31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376c0514295_0_31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376c0514295_0_31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76c0514295_0_31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0" name="Google Shape;1110;g376c0514295_0_3112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g376c0514295_0_3112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76c0514295_0_3112"/>
          <p:cNvSpPr txBox="1"/>
          <p:nvPr>
            <p:ph idx="1" type="body"/>
          </p:nvPr>
        </p:nvSpPr>
        <p:spPr>
          <a:xfrm>
            <a:off x="2919350" y="1898200"/>
            <a:ext cx="5986200" cy="3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13" name="Google Shape;1113;g376c0514295_0_3112"/>
          <p:cNvSpPr txBox="1"/>
          <p:nvPr>
            <p:ph type="title"/>
          </p:nvPr>
        </p:nvSpPr>
        <p:spPr>
          <a:xfrm>
            <a:off x="221150" y="1898200"/>
            <a:ext cx="25101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4" name="Google Shape;1114;g376c0514295_0_3112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oogle Shape;1116;g376c0514295_0_3178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117" name="Google Shape;1117;g376c0514295_0_317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76c0514295_0_317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376c0514295_0_317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g376c0514295_0_317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376c0514295_0_317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376c0514295_0_317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376c0514295_0_317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76c0514295_0_317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376c0514295_0_317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376c0514295_0_317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76c0514295_0_317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376c0514295_0_317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g376c0514295_0_317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376c0514295_0_317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g376c0514295_0_317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376c0514295_0_317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376c0514295_0_317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g376c0514295_0_317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g376c0514295_0_317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376c0514295_0_317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376c0514295_0_317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376c0514295_0_317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376c0514295_0_317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376c0514295_0_317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76c0514295_0_317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76c0514295_0_317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376c0514295_0_317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g376c0514295_0_317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76c0514295_0_317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g376c0514295_0_317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g376c0514295_0_317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76c0514295_0_317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376c0514295_0_317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376c0514295_0_317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76c0514295_0_317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76c0514295_0_317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76c0514295_0_317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76c0514295_0_317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376c0514295_0_317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376c0514295_0_317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76c0514295_0_317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376c0514295_0_317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g376c0514295_0_317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376c0514295_0_317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376c0514295_0_317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376c0514295_0_317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76c0514295_0_317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76c0514295_0_317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76c0514295_0_317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76c0514295_0_317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76c0514295_0_317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376c0514295_0_317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376c0514295_0_317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376c0514295_0_317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376c0514295_0_317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376c0514295_0_317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76c0514295_0_317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376c0514295_0_317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376c0514295_0_317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6" name="Google Shape;1176;g376c0514295_0_3178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g376c0514295_0_3178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376c0514295_0_3178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76c0514295_0_3242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g376c0514295_0_3242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g376c0514295_0_3242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76c0514295_0_3246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g376c0514295_0_3246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186" name="Google Shape;1186;g376c0514295_0_324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g376c0514295_0_324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376c0514295_0_324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g376c0514295_0_324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76c0514295_0_324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g376c0514295_0_324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376c0514295_0_324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376c0514295_0_324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376c0514295_0_324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g376c0514295_0_324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376c0514295_0_324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376c0514295_0_324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376c0514295_0_324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76c0514295_0_324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376c0514295_0_324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376c0514295_0_324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376c0514295_0_324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376c0514295_0_324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376c0514295_0_324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376c0514295_0_324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376c0514295_0_324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376c0514295_0_324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376c0514295_0_324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376c0514295_0_324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376c0514295_0_324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376c0514295_0_324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376c0514295_0_324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376c0514295_0_324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376c0514295_0_324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376c0514295_0_324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376c0514295_0_324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376c0514295_0_324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g376c0514295_0_324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g376c0514295_0_324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376c0514295_0_324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g376c0514295_0_324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376c0514295_0_324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376c0514295_0_324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376c0514295_0_324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376c0514295_0_324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376c0514295_0_324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76c0514295_0_324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76c0514295_0_324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376c0514295_0_324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76c0514295_0_324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76c0514295_0_324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376c0514295_0_324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g376c0514295_0_324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g376c0514295_0_324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376c0514295_0_324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g376c0514295_0_324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g376c0514295_0_324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376c0514295_0_324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376c0514295_0_324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376c0514295_0_324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g376c0514295_0_324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g376c0514295_0_324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g376c0514295_0_324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g376c0514295_0_324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5" name="Google Shape;1245;g376c0514295_0_3246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g376c0514295_0_3246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g376c0514295_0_3246"/>
          <p:cNvSpPr txBox="1"/>
          <p:nvPr>
            <p:ph idx="1" type="subTitle"/>
          </p:nvPr>
        </p:nvSpPr>
        <p:spPr>
          <a:xfrm>
            <a:off x="208725" y="3286600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8" name="Google Shape;1248;g376c0514295_0_3246"/>
          <p:cNvSpPr txBox="1"/>
          <p:nvPr>
            <p:ph idx="2" type="subTitle"/>
          </p:nvPr>
        </p:nvSpPr>
        <p:spPr>
          <a:xfrm>
            <a:off x="3281550" y="3286600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9" name="Google Shape;1249;g376c0514295_0_3246"/>
          <p:cNvSpPr txBox="1"/>
          <p:nvPr>
            <p:ph idx="3" type="subTitle"/>
          </p:nvPr>
        </p:nvSpPr>
        <p:spPr>
          <a:xfrm>
            <a:off x="6354375" y="3286600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0" name="Google Shape;1250;g376c0514295_0_3246"/>
          <p:cNvSpPr txBox="1"/>
          <p:nvPr>
            <p:ph idx="4" type="subTitle"/>
          </p:nvPr>
        </p:nvSpPr>
        <p:spPr>
          <a:xfrm>
            <a:off x="208725" y="4879865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1" name="Google Shape;1251;g376c0514295_0_3246"/>
          <p:cNvSpPr txBox="1"/>
          <p:nvPr>
            <p:ph idx="5" type="subTitle"/>
          </p:nvPr>
        </p:nvSpPr>
        <p:spPr>
          <a:xfrm>
            <a:off x="3281550" y="4879865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2" name="Google Shape;1252;g376c0514295_0_3246"/>
          <p:cNvSpPr txBox="1"/>
          <p:nvPr>
            <p:ph idx="6" type="subTitle"/>
          </p:nvPr>
        </p:nvSpPr>
        <p:spPr>
          <a:xfrm>
            <a:off x="6354375" y="4879865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g376c0514295_0_3246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76c0514295_0_331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6" name="Google Shape;1256;g376c0514295_0_331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257" name="Google Shape;1257;g376c0514295_0_331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g376c0514295_0_331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g376c0514295_0_331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g376c0514295_0_331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376c0514295_0_331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g376c0514295_0_331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g376c0514295_0_331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g376c0514295_0_331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g376c0514295_0_331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76c0514295_0_331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76c0514295_0_331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g376c0514295_0_331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g376c0514295_0_331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g376c0514295_0_331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g376c0514295_0_331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g376c0514295_0_331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g376c0514295_0_331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g376c0514295_0_331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g376c0514295_0_331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g376c0514295_0_331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g376c0514295_0_331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g376c0514295_0_331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376c0514295_0_331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g376c0514295_0_331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g376c0514295_0_331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g376c0514295_0_331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g376c0514295_0_331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g376c0514295_0_331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g376c0514295_0_331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g376c0514295_0_331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g376c0514295_0_331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376c0514295_0_331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376c0514295_0_331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376c0514295_0_331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376c0514295_0_331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g376c0514295_0_331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g376c0514295_0_331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g376c0514295_0_331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g376c0514295_0_331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g376c0514295_0_331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g376c0514295_0_331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g376c0514295_0_331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g376c0514295_0_331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g376c0514295_0_331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376c0514295_0_331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g376c0514295_0_331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g376c0514295_0_331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g376c0514295_0_331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g376c0514295_0_331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g376c0514295_0_331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g376c0514295_0_331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g376c0514295_0_331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g376c0514295_0_331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g376c0514295_0_331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g376c0514295_0_331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g376c0514295_0_331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g376c0514295_0_331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g376c0514295_0_331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g376c0514295_0_331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6" name="Google Shape;1316;g376c0514295_0_331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g376c0514295_0_3317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8" name="Google Shape;1318;g376c0514295_0_3317"/>
          <p:cNvSpPr txBox="1"/>
          <p:nvPr>
            <p:ph idx="1" type="body"/>
          </p:nvPr>
        </p:nvSpPr>
        <p:spPr>
          <a:xfrm>
            <a:off x="208725" y="3072533"/>
            <a:ext cx="33528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9" name="Google Shape;1319;g376c0514295_0_3317"/>
          <p:cNvSpPr/>
          <p:nvPr>
            <p:ph idx="2" type="pic"/>
          </p:nvPr>
        </p:nvSpPr>
        <p:spPr>
          <a:xfrm>
            <a:off x="3769050" y="3072533"/>
            <a:ext cx="5156700" cy="34248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320" name="Google Shape;1320;g376c0514295_0_331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76c0514295_0_338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3" name="Google Shape;1323;g376c0514295_0_338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324" name="Google Shape;1324;g376c0514295_0_338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376c0514295_0_338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376c0514295_0_338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376c0514295_0_338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g376c0514295_0_338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g376c0514295_0_338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g376c0514295_0_338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376c0514295_0_338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376c0514295_0_338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g376c0514295_0_338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g376c0514295_0_338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g376c0514295_0_338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g376c0514295_0_338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376c0514295_0_338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g376c0514295_0_338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376c0514295_0_338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76c0514295_0_338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376c0514295_0_338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376c0514295_0_338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376c0514295_0_338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g376c0514295_0_338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g376c0514295_0_338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g376c0514295_0_338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g376c0514295_0_338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g376c0514295_0_338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g376c0514295_0_338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g376c0514295_0_338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g376c0514295_0_338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g376c0514295_0_338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376c0514295_0_338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376c0514295_0_338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376c0514295_0_338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376c0514295_0_338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376c0514295_0_338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376c0514295_0_338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g376c0514295_0_338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g376c0514295_0_338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76c0514295_0_338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376c0514295_0_338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376c0514295_0_338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376c0514295_0_338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376c0514295_0_338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76c0514295_0_338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76c0514295_0_338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g376c0514295_0_338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g376c0514295_0_338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376c0514295_0_338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76c0514295_0_338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376c0514295_0_338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76c0514295_0_338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376c0514295_0_338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376c0514295_0_338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g376c0514295_0_338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376c0514295_0_338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376c0514295_0_338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g376c0514295_0_338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g376c0514295_0_338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g376c0514295_0_338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g376c0514295_0_338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3" name="Google Shape;1383;g376c0514295_0_338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g376c0514295_0_3384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5" name="Google Shape;1385;g376c0514295_0_3384"/>
          <p:cNvSpPr txBox="1"/>
          <p:nvPr>
            <p:ph idx="1" type="body"/>
          </p:nvPr>
        </p:nvSpPr>
        <p:spPr>
          <a:xfrm>
            <a:off x="1173600" y="3669267"/>
            <a:ext cx="30543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86" name="Google Shape;1386;g376c0514295_0_3384"/>
          <p:cNvSpPr txBox="1"/>
          <p:nvPr>
            <p:ph idx="2" type="subTitle"/>
          </p:nvPr>
        </p:nvSpPr>
        <p:spPr>
          <a:xfrm>
            <a:off x="1173600" y="2880133"/>
            <a:ext cx="30543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7" name="Google Shape;1387;g376c0514295_0_3384"/>
          <p:cNvSpPr txBox="1"/>
          <p:nvPr>
            <p:ph idx="3" type="body"/>
          </p:nvPr>
        </p:nvSpPr>
        <p:spPr>
          <a:xfrm>
            <a:off x="4916100" y="3669267"/>
            <a:ext cx="30543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88" name="Google Shape;1388;g376c0514295_0_3384"/>
          <p:cNvSpPr txBox="1"/>
          <p:nvPr>
            <p:ph idx="4" type="subTitle"/>
          </p:nvPr>
        </p:nvSpPr>
        <p:spPr>
          <a:xfrm>
            <a:off x="4916100" y="2880133"/>
            <a:ext cx="30543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9" name="Google Shape;1389;g376c0514295_0_338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76c0514295_0_3453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2" name="Google Shape;1392;g376c0514295_0_345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393" name="Google Shape;1393;g376c0514295_0_345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g376c0514295_0_345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376c0514295_0_345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376c0514295_0_345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g376c0514295_0_345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376c0514295_0_345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g376c0514295_0_345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g376c0514295_0_345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376c0514295_0_345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376c0514295_0_345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376c0514295_0_345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g376c0514295_0_345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g376c0514295_0_345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g376c0514295_0_345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g376c0514295_0_345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g376c0514295_0_345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g376c0514295_0_345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g376c0514295_0_345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376c0514295_0_345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376c0514295_0_345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376c0514295_0_345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376c0514295_0_345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376c0514295_0_345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376c0514295_0_345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376c0514295_0_345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376c0514295_0_345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376c0514295_0_345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g376c0514295_0_345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g376c0514295_0_345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376c0514295_0_345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g376c0514295_0_345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g376c0514295_0_345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g376c0514295_0_345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g376c0514295_0_345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g376c0514295_0_345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376c0514295_0_345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g376c0514295_0_345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g376c0514295_0_345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g376c0514295_0_345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g376c0514295_0_345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g376c0514295_0_345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g376c0514295_0_345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g376c0514295_0_345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g376c0514295_0_345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g376c0514295_0_345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g376c0514295_0_345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376c0514295_0_345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376c0514295_0_345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g376c0514295_0_345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376c0514295_0_345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376c0514295_0_345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376c0514295_0_345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376c0514295_0_345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g376c0514295_0_345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g376c0514295_0_345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376c0514295_0_345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g376c0514295_0_345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g376c0514295_0_345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376c0514295_0_345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2" name="Google Shape;1452;g376c0514295_0_345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g376c0514295_0_3453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4" name="Google Shape;1454;g376c0514295_0_3453"/>
          <p:cNvSpPr txBox="1"/>
          <p:nvPr>
            <p:ph idx="1" type="body"/>
          </p:nvPr>
        </p:nvSpPr>
        <p:spPr>
          <a:xfrm>
            <a:off x="208725" y="3669267"/>
            <a:ext cx="2531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55" name="Google Shape;1455;g376c0514295_0_3453"/>
          <p:cNvSpPr txBox="1"/>
          <p:nvPr>
            <p:ph idx="2" type="subTitle"/>
          </p:nvPr>
        </p:nvSpPr>
        <p:spPr>
          <a:xfrm>
            <a:off x="208725" y="2880133"/>
            <a:ext cx="25311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6" name="Google Shape;1456;g376c0514295_0_3453"/>
          <p:cNvSpPr txBox="1"/>
          <p:nvPr>
            <p:ph idx="3" type="body"/>
          </p:nvPr>
        </p:nvSpPr>
        <p:spPr>
          <a:xfrm>
            <a:off x="3310098" y="3669267"/>
            <a:ext cx="2531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57" name="Google Shape;1457;g376c0514295_0_3453"/>
          <p:cNvSpPr txBox="1"/>
          <p:nvPr>
            <p:ph idx="4" type="subTitle"/>
          </p:nvPr>
        </p:nvSpPr>
        <p:spPr>
          <a:xfrm>
            <a:off x="3310098" y="2880133"/>
            <a:ext cx="25311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8" name="Google Shape;1458;g376c0514295_0_3453"/>
          <p:cNvSpPr txBox="1"/>
          <p:nvPr>
            <p:ph idx="5" type="body"/>
          </p:nvPr>
        </p:nvSpPr>
        <p:spPr>
          <a:xfrm>
            <a:off x="6411471" y="3669267"/>
            <a:ext cx="2531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59" name="Google Shape;1459;g376c0514295_0_3453"/>
          <p:cNvSpPr txBox="1"/>
          <p:nvPr>
            <p:ph idx="6" type="subTitle"/>
          </p:nvPr>
        </p:nvSpPr>
        <p:spPr>
          <a:xfrm>
            <a:off x="6411471" y="2880133"/>
            <a:ext cx="25311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0" name="Google Shape;1460;g376c0514295_0_345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76c0514295_0_352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3" name="Google Shape;1463;g376c0514295_0_352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464" name="Google Shape;1464;g376c0514295_0_35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g376c0514295_0_35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g376c0514295_0_35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g376c0514295_0_35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g376c0514295_0_35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g376c0514295_0_35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g376c0514295_0_35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g376c0514295_0_35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g376c0514295_0_35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g376c0514295_0_35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g376c0514295_0_35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g376c0514295_0_35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g376c0514295_0_35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g376c0514295_0_35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g376c0514295_0_35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g376c0514295_0_35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g376c0514295_0_35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376c0514295_0_35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g376c0514295_0_35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g376c0514295_0_35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g376c0514295_0_35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g376c0514295_0_35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g376c0514295_0_35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g376c0514295_0_35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g376c0514295_0_35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g376c0514295_0_35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g376c0514295_0_35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g376c0514295_0_35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g376c0514295_0_35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g376c0514295_0_35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g376c0514295_0_35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g376c0514295_0_35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g376c0514295_0_35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g376c0514295_0_35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g376c0514295_0_35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g376c0514295_0_35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g376c0514295_0_35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g376c0514295_0_35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g376c0514295_0_35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g376c0514295_0_35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g376c0514295_0_35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g376c0514295_0_35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g376c0514295_0_35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g376c0514295_0_35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g376c0514295_0_35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g376c0514295_0_35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g376c0514295_0_35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g376c0514295_0_35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g376c0514295_0_35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g376c0514295_0_35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g376c0514295_0_35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g376c0514295_0_35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g376c0514295_0_35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g376c0514295_0_35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g376c0514295_0_35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g376c0514295_0_35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g376c0514295_0_35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g376c0514295_0_35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g376c0514295_0_35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3" name="Google Shape;1523;g376c0514295_0_352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g376c0514295_0_3524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5" name="Google Shape;1525;g376c0514295_0_3524"/>
          <p:cNvSpPr txBox="1"/>
          <p:nvPr>
            <p:ph idx="1" type="body"/>
          </p:nvPr>
        </p:nvSpPr>
        <p:spPr>
          <a:xfrm>
            <a:off x="208725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26" name="Google Shape;1526;g376c0514295_0_3524"/>
          <p:cNvSpPr txBox="1"/>
          <p:nvPr>
            <p:ph idx="2" type="subTitle"/>
          </p:nvPr>
        </p:nvSpPr>
        <p:spPr>
          <a:xfrm>
            <a:off x="208725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g376c0514295_0_3524"/>
          <p:cNvSpPr txBox="1"/>
          <p:nvPr>
            <p:ph idx="3" type="body"/>
          </p:nvPr>
        </p:nvSpPr>
        <p:spPr>
          <a:xfrm>
            <a:off x="2500573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28" name="Google Shape;1528;g376c0514295_0_3524"/>
          <p:cNvSpPr txBox="1"/>
          <p:nvPr>
            <p:ph idx="4" type="subTitle"/>
          </p:nvPr>
        </p:nvSpPr>
        <p:spPr>
          <a:xfrm>
            <a:off x="2500573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g376c0514295_0_3524"/>
          <p:cNvSpPr txBox="1"/>
          <p:nvPr>
            <p:ph idx="5" type="body"/>
          </p:nvPr>
        </p:nvSpPr>
        <p:spPr>
          <a:xfrm>
            <a:off x="4792421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30" name="Google Shape;1530;g376c0514295_0_3524"/>
          <p:cNvSpPr txBox="1"/>
          <p:nvPr>
            <p:ph idx="6" type="subTitle"/>
          </p:nvPr>
        </p:nvSpPr>
        <p:spPr>
          <a:xfrm>
            <a:off x="4792421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1" name="Google Shape;1531;g376c0514295_0_3524"/>
          <p:cNvSpPr txBox="1"/>
          <p:nvPr>
            <p:ph idx="7" type="body"/>
          </p:nvPr>
        </p:nvSpPr>
        <p:spPr>
          <a:xfrm>
            <a:off x="7084271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32" name="Google Shape;1532;g376c0514295_0_3524"/>
          <p:cNvSpPr txBox="1"/>
          <p:nvPr>
            <p:ph idx="8" type="subTitle"/>
          </p:nvPr>
        </p:nvSpPr>
        <p:spPr>
          <a:xfrm>
            <a:off x="7084271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g376c0514295_0_352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76c0514295_0_359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6" name="Google Shape;1536;g376c0514295_0_359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537" name="Google Shape;1537;g376c0514295_0_359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g376c0514295_0_359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g376c0514295_0_359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g376c0514295_0_359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376c0514295_0_359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g376c0514295_0_359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g376c0514295_0_359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g376c0514295_0_359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g376c0514295_0_359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g376c0514295_0_359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g376c0514295_0_359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g376c0514295_0_359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g376c0514295_0_359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g376c0514295_0_359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g376c0514295_0_359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g376c0514295_0_359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g376c0514295_0_359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g376c0514295_0_359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376c0514295_0_359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376c0514295_0_359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376c0514295_0_359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376c0514295_0_359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376c0514295_0_359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376c0514295_0_359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376c0514295_0_359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376c0514295_0_359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376c0514295_0_359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376c0514295_0_359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g376c0514295_0_359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g376c0514295_0_359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376c0514295_0_359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76c0514295_0_359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376c0514295_0_359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376c0514295_0_359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76c0514295_0_359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76c0514295_0_359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g376c0514295_0_359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g376c0514295_0_359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g376c0514295_0_359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g376c0514295_0_359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g376c0514295_0_359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g376c0514295_0_359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376c0514295_0_359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g376c0514295_0_359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g376c0514295_0_359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g376c0514295_0_359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376c0514295_0_359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376c0514295_0_359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g376c0514295_0_359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g376c0514295_0_359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g376c0514295_0_359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g376c0514295_0_359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g376c0514295_0_359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g376c0514295_0_359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g376c0514295_0_359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g376c0514295_0_359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g376c0514295_0_359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g376c0514295_0_359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g376c0514295_0_359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6" name="Google Shape;1596;g376c0514295_0_359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g376c0514295_0_3597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8" name="Google Shape;1598;g376c0514295_0_3597"/>
          <p:cNvSpPr/>
          <p:nvPr>
            <p:ph idx="2" type="pic"/>
          </p:nvPr>
        </p:nvSpPr>
        <p:spPr>
          <a:xfrm>
            <a:off x="213450" y="2697100"/>
            <a:ext cx="8717100" cy="3783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99" name="Google Shape;1599;g376c0514295_0_359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76c0514295_0_3663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2" name="Google Shape;1602;g376c0514295_0_366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603" name="Google Shape;1603;g376c0514295_0_366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g376c0514295_0_366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g376c0514295_0_366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g376c0514295_0_366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g376c0514295_0_366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g376c0514295_0_366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g376c0514295_0_366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g376c0514295_0_366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g376c0514295_0_366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g376c0514295_0_366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g376c0514295_0_366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g376c0514295_0_366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g376c0514295_0_366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g376c0514295_0_366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g376c0514295_0_366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g376c0514295_0_366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g376c0514295_0_366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g376c0514295_0_366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g376c0514295_0_366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g376c0514295_0_366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g376c0514295_0_366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g376c0514295_0_366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g376c0514295_0_366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g376c0514295_0_366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g376c0514295_0_366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g376c0514295_0_366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g376c0514295_0_366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g376c0514295_0_366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g376c0514295_0_366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g376c0514295_0_366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g376c0514295_0_366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g376c0514295_0_366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g376c0514295_0_366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g376c0514295_0_366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g376c0514295_0_366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g376c0514295_0_366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g376c0514295_0_366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g376c0514295_0_366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g376c0514295_0_366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g376c0514295_0_366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g376c0514295_0_366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g376c0514295_0_366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g376c0514295_0_366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g376c0514295_0_366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g376c0514295_0_366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g376c0514295_0_366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g376c0514295_0_366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g376c0514295_0_366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g376c0514295_0_366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g376c0514295_0_366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g376c0514295_0_366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g376c0514295_0_366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g376c0514295_0_366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g376c0514295_0_366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g376c0514295_0_366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g376c0514295_0_366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g376c0514295_0_366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g376c0514295_0_366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g376c0514295_0_366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2" name="Google Shape;1662;g376c0514295_0_366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g376c0514295_0_3663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4" name="Google Shape;1664;g376c0514295_0_3663"/>
          <p:cNvSpPr txBox="1"/>
          <p:nvPr>
            <p:ph idx="1" type="body"/>
          </p:nvPr>
        </p:nvSpPr>
        <p:spPr>
          <a:xfrm>
            <a:off x="1173600" y="3188932"/>
            <a:ext cx="3054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65" name="Google Shape;1665;g376c0514295_0_3663"/>
          <p:cNvSpPr txBox="1"/>
          <p:nvPr>
            <p:ph idx="2" type="subTitle"/>
          </p:nvPr>
        </p:nvSpPr>
        <p:spPr>
          <a:xfrm>
            <a:off x="1173600" y="2880133"/>
            <a:ext cx="30543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6" name="Google Shape;1666;g376c0514295_0_3663"/>
          <p:cNvSpPr txBox="1"/>
          <p:nvPr>
            <p:ph idx="3" type="body"/>
          </p:nvPr>
        </p:nvSpPr>
        <p:spPr>
          <a:xfrm>
            <a:off x="4916100" y="3188932"/>
            <a:ext cx="3054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67" name="Google Shape;1667;g376c0514295_0_3663"/>
          <p:cNvSpPr txBox="1"/>
          <p:nvPr>
            <p:ph idx="4" type="subTitle"/>
          </p:nvPr>
        </p:nvSpPr>
        <p:spPr>
          <a:xfrm>
            <a:off x="4916100" y="2880133"/>
            <a:ext cx="30543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8" name="Google Shape;1668;g376c0514295_0_3663"/>
          <p:cNvSpPr/>
          <p:nvPr>
            <p:ph idx="5" type="pic"/>
          </p:nvPr>
        </p:nvSpPr>
        <p:spPr>
          <a:xfrm>
            <a:off x="1173600" y="4029967"/>
            <a:ext cx="30543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69" name="Google Shape;1669;g376c0514295_0_3663"/>
          <p:cNvSpPr/>
          <p:nvPr>
            <p:ph idx="6" type="pic"/>
          </p:nvPr>
        </p:nvSpPr>
        <p:spPr>
          <a:xfrm>
            <a:off x="4916100" y="4029967"/>
            <a:ext cx="30543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70" name="Google Shape;1670;g376c0514295_0_366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76c0514295_0_373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3" name="Google Shape;1673;g376c0514295_0_373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674" name="Google Shape;1674;g376c0514295_0_373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g376c0514295_0_373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g376c0514295_0_373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g376c0514295_0_373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g376c0514295_0_373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g376c0514295_0_373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g376c0514295_0_373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g376c0514295_0_373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g376c0514295_0_373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g376c0514295_0_373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g376c0514295_0_373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g376c0514295_0_373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g376c0514295_0_373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g376c0514295_0_373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g376c0514295_0_373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g376c0514295_0_373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g376c0514295_0_373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g376c0514295_0_373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g376c0514295_0_373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g376c0514295_0_373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g376c0514295_0_373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g376c0514295_0_373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g376c0514295_0_373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376c0514295_0_373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376c0514295_0_373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g376c0514295_0_373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g376c0514295_0_373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g376c0514295_0_373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g376c0514295_0_373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g376c0514295_0_373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g376c0514295_0_373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g376c0514295_0_373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g376c0514295_0_373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g376c0514295_0_373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g376c0514295_0_373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g376c0514295_0_373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g376c0514295_0_373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g376c0514295_0_373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g376c0514295_0_373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g376c0514295_0_373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g376c0514295_0_373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g376c0514295_0_373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g376c0514295_0_373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g376c0514295_0_373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g376c0514295_0_373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g376c0514295_0_373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g376c0514295_0_373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g376c0514295_0_373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g376c0514295_0_373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g376c0514295_0_373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g376c0514295_0_373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g376c0514295_0_373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376c0514295_0_373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376c0514295_0_373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g376c0514295_0_373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g376c0514295_0_373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g376c0514295_0_373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g376c0514295_0_373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g376c0514295_0_373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3" name="Google Shape;1733;g376c0514295_0_373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g376c0514295_0_3734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5" name="Google Shape;1735;g376c0514295_0_3734"/>
          <p:cNvSpPr txBox="1"/>
          <p:nvPr>
            <p:ph idx="1" type="body"/>
          </p:nvPr>
        </p:nvSpPr>
        <p:spPr>
          <a:xfrm>
            <a:off x="423750" y="3188932"/>
            <a:ext cx="2586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36" name="Google Shape;1736;g376c0514295_0_3734"/>
          <p:cNvSpPr txBox="1"/>
          <p:nvPr>
            <p:ph idx="2" type="subTitle"/>
          </p:nvPr>
        </p:nvSpPr>
        <p:spPr>
          <a:xfrm>
            <a:off x="423750" y="2880133"/>
            <a:ext cx="25869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7" name="Google Shape;1737;g376c0514295_0_3734"/>
          <p:cNvSpPr txBox="1"/>
          <p:nvPr>
            <p:ph idx="3" type="body"/>
          </p:nvPr>
        </p:nvSpPr>
        <p:spPr>
          <a:xfrm>
            <a:off x="3276074" y="3188932"/>
            <a:ext cx="2586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38" name="Google Shape;1738;g376c0514295_0_3734"/>
          <p:cNvSpPr txBox="1"/>
          <p:nvPr>
            <p:ph idx="4" type="subTitle"/>
          </p:nvPr>
        </p:nvSpPr>
        <p:spPr>
          <a:xfrm>
            <a:off x="3276071" y="2880133"/>
            <a:ext cx="25869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9" name="Google Shape;1739;g376c0514295_0_3734"/>
          <p:cNvSpPr/>
          <p:nvPr>
            <p:ph idx="5" type="pic"/>
          </p:nvPr>
        </p:nvSpPr>
        <p:spPr>
          <a:xfrm>
            <a:off x="423750" y="4029967"/>
            <a:ext cx="25869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40" name="Google Shape;1740;g376c0514295_0_3734"/>
          <p:cNvSpPr/>
          <p:nvPr>
            <p:ph idx="6" type="pic"/>
          </p:nvPr>
        </p:nvSpPr>
        <p:spPr>
          <a:xfrm>
            <a:off x="3276071" y="4029967"/>
            <a:ext cx="25869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41" name="Google Shape;1741;g376c0514295_0_3734"/>
          <p:cNvSpPr txBox="1"/>
          <p:nvPr>
            <p:ph idx="7" type="body"/>
          </p:nvPr>
        </p:nvSpPr>
        <p:spPr>
          <a:xfrm>
            <a:off x="6128397" y="3188932"/>
            <a:ext cx="2586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42" name="Google Shape;1742;g376c0514295_0_3734"/>
          <p:cNvSpPr txBox="1"/>
          <p:nvPr>
            <p:ph idx="8" type="subTitle"/>
          </p:nvPr>
        </p:nvSpPr>
        <p:spPr>
          <a:xfrm>
            <a:off x="6128391" y="2880133"/>
            <a:ext cx="25869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3" name="Google Shape;1743;g376c0514295_0_3734"/>
          <p:cNvSpPr/>
          <p:nvPr>
            <p:ph idx="9" type="pic"/>
          </p:nvPr>
        </p:nvSpPr>
        <p:spPr>
          <a:xfrm>
            <a:off x="6128391" y="4029967"/>
            <a:ext cx="25869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44" name="Google Shape;1744;g376c0514295_0_373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76c0514295_0_3808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7" name="Google Shape;1747;g376c0514295_0_3808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748" name="Google Shape;1748;g376c0514295_0_380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g376c0514295_0_380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g376c0514295_0_380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g376c0514295_0_380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g376c0514295_0_380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g376c0514295_0_380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g376c0514295_0_380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g376c0514295_0_380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g376c0514295_0_380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g376c0514295_0_380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g376c0514295_0_380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g376c0514295_0_380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g376c0514295_0_380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g376c0514295_0_380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g376c0514295_0_380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g376c0514295_0_380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g376c0514295_0_380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g376c0514295_0_380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g376c0514295_0_380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g376c0514295_0_380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g376c0514295_0_380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g376c0514295_0_380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g376c0514295_0_380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g376c0514295_0_380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g376c0514295_0_380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g376c0514295_0_380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g376c0514295_0_380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g376c0514295_0_380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g376c0514295_0_380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g376c0514295_0_380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g376c0514295_0_380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g376c0514295_0_380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g376c0514295_0_380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376c0514295_0_380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376c0514295_0_380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g376c0514295_0_380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376c0514295_0_380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g376c0514295_0_380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g376c0514295_0_380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376c0514295_0_380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g376c0514295_0_380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g376c0514295_0_380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g376c0514295_0_380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g376c0514295_0_380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g376c0514295_0_380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g376c0514295_0_380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g376c0514295_0_380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g376c0514295_0_380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g376c0514295_0_380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g376c0514295_0_380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g376c0514295_0_380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g376c0514295_0_380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g376c0514295_0_380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g376c0514295_0_380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g376c0514295_0_380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g376c0514295_0_380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g376c0514295_0_380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g376c0514295_0_380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g376c0514295_0_380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7" name="Google Shape;1807;g376c0514295_0_3808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376c0514295_0_3808"/>
          <p:cNvSpPr/>
          <p:nvPr>
            <p:ph idx="2" type="pic"/>
          </p:nvPr>
        </p:nvSpPr>
        <p:spPr>
          <a:xfrm>
            <a:off x="436350" y="349800"/>
            <a:ext cx="8271300" cy="61584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09" name="Google Shape;1809;g376c0514295_0_3808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76c0514295_0_3873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2" name="Google Shape;1812;g376c0514295_0_387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813" name="Google Shape;1813;g376c0514295_0_387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g376c0514295_0_387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g376c0514295_0_387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g376c0514295_0_387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g376c0514295_0_387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g376c0514295_0_387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g376c0514295_0_387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g376c0514295_0_387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g376c0514295_0_387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g376c0514295_0_387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g376c0514295_0_387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g376c0514295_0_387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g376c0514295_0_387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g376c0514295_0_387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g376c0514295_0_387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g376c0514295_0_387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g376c0514295_0_387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g376c0514295_0_387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g376c0514295_0_387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g376c0514295_0_387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g376c0514295_0_387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g376c0514295_0_387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g376c0514295_0_387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g376c0514295_0_387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376c0514295_0_387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376c0514295_0_387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g376c0514295_0_387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g376c0514295_0_387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g376c0514295_0_387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376c0514295_0_387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g376c0514295_0_387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g376c0514295_0_387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g376c0514295_0_387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g376c0514295_0_387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g376c0514295_0_387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g376c0514295_0_387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376c0514295_0_387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g376c0514295_0_387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g376c0514295_0_387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g376c0514295_0_387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g376c0514295_0_387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g376c0514295_0_387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g376c0514295_0_387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376c0514295_0_387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g376c0514295_0_387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g376c0514295_0_387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g376c0514295_0_387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g376c0514295_0_387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g376c0514295_0_387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g376c0514295_0_387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376c0514295_0_387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g376c0514295_0_387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g376c0514295_0_387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g376c0514295_0_387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g376c0514295_0_387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g376c0514295_0_387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376c0514295_0_387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g376c0514295_0_387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376c0514295_0_387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2" name="Google Shape;1872;g376c0514295_0_387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g376c0514295_0_3873"/>
          <p:cNvSpPr txBox="1"/>
          <p:nvPr>
            <p:ph type="title"/>
          </p:nvPr>
        </p:nvSpPr>
        <p:spPr>
          <a:xfrm>
            <a:off x="208725" y="458900"/>
            <a:ext cx="87297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4" name="Google Shape;1874;g376c0514295_0_3873"/>
          <p:cNvSpPr/>
          <p:nvPr>
            <p:ph idx="2" type="pic"/>
          </p:nvPr>
        </p:nvSpPr>
        <p:spPr>
          <a:xfrm>
            <a:off x="208725" y="17926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5" name="Google Shape;1875;g376c0514295_0_3873"/>
          <p:cNvSpPr/>
          <p:nvPr>
            <p:ph idx="3" type="pic"/>
          </p:nvPr>
        </p:nvSpPr>
        <p:spPr>
          <a:xfrm>
            <a:off x="3154251" y="17926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6" name="Google Shape;1876;g376c0514295_0_3873"/>
          <p:cNvSpPr/>
          <p:nvPr>
            <p:ph idx="4" type="pic"/>
          </p:nvPr>
        </p:nvSpPr>
        <p:spPr>
          <a:xfrm>
            <a:off x="6099777" y="17926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7" name="Google Shape;1877;g376c0514295_0_3873"/>
          <p:cNvSpPr/>
          <p:nvPr>
            <p:ph idx="5" type="pic"/>
          </p:nvPr>
        </p:nvSpPr>
        <p:spPr>
          <a:xfrm>
            <a:off x="208725" y="34815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8" name="Google Shape;1878;g376c0514295_0_3873"/>
          <p:cNvSpPr/>
          <p:nvPr>
            <p:ph idx="6" type="pic"/>
          </p:nvPr>
        </p:nvSpPr>
        <p:spPr>
          <a:xfrm>
            <a:off x="3154251" y="34815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9" name="Google Shape;1879;g376c0514295_0_3873"/>
          <p:cNvSpPr/>
          <p:nvPr>
            <p:ph idx="7" type="pic"/>
          </p:nvPr>
        </p:nvSpPr>
        <p:spPr>
          <a:xfrm>
            <a:off x="6099777" y="34815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0" name="Google Shape;1880;g376c0514295_0_3873"/>
          <p:cNvSpPr/>
          <p:nvPr>
            <p:ph idx="8" type="pic"/>
          </p:nvPr>
        </p:nvSpPr>
        <p:spPr>
          <a:xfrm>
            <a:off x="208725" y="51704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1" name="Google Shape;1881;g376c0514295_0_3873"/>
          <p:cNvSpPr/>
          <p:nvPr>
            <p:ph idx="9" type="pic"/>
          </p:nvPr>
        </p:nvSpPr>
        <p:spPr>
          <a:xfrm>
            <a:off x="3154251" y="51704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2" name="Google Shape;1882;g376c0514295_0_3873"/>
          <p:cNvSpPr/>
          <p:nvPr>
            <p:ph idx="13" type="pic"/>
          </p:nvPr>
        </p:nvSpPr>
        <p:spPr>
          <a:xfrm>
            <a:off x="6099777" y="51704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3" name="Google Shape;1883;g376c0514295_0_387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6c0514295_0_2091"/>
          <p:cNvSpPr txBox="1"/>
          <p:nvPr>
            <p:ph type="title"/>
          </p:nvPr>
        </p:nvSpPr>
        <p:spPr>
          <a:xfrm>
            <a:off x="311700" y="610567"/>
            <a:ext cx="6411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b="0" i="0" sz="4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" name="Google Shape;22;g376c0514295_0_209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g376c0514295_0_2091"/>
          <p:cNvSpPr txBox="1"/>
          <p:nvPr>
            <p:ph idx="1" type="body"/>
          </p:nvPr>
        </p:nvSpPr>
        <p:spPr>
          <a:xfrm>
            <a:off x="1239450" y="3764433"/>
            <a:ext cx="3145800" cy="27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1152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1248">
          <p15:clr>
            <a:srgbClr val="E46962"/>
          </p15:clr>
        </p15:guide>
        <p15:guide id="8" orient="horz" pos="9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0" name="Google Shape;1890;p1"/>
          <p:cNvSpPr txBox="1"/>
          <p:nvPr/>
        </p:nvSpPr>
        <p:spPr>
          <a:xfrm>
            <a:off x="990600" y="2743200"/>
            <a:ext cx="737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5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FPGAs</a:t>
            </a:r>
            <a:endParaRPr b="0" i="0" sz="25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1" name="Google Shape;1891;p1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3eead5a18d0_0_4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8" name="Google Shape;1898;g3eead5a18d0_0_45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9" name="Google Shape;1899;g3eead5a18d0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854" y="1607250"/>
            <a:ext cx="7043474" cy="47087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0" name="Google Shape;1900;g3eead5a18d0_0_45"/>
          <p:cNvSpPr txBox="1"/>
          <p:nvPr/>
        </p:nvSpPr>
        <p:spPr>
          <a:xfrm>
            <a:off x="527300" y="940600"/>
            <a:ext cx="57027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ASIC Design Flow</a:t>
            </a:r>
            <a:endParaRPr sz="44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3eead5a18d0_0_5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7" name="Google Shape;1907;g3eead5a18d0_0_55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g3eead5a18d0_0_55"/>
          <p:cNvSpPr txBox="1"/>
          <p:nvPr/>
        </p:nvSpPr>
        <p:spPr>
          <a:xfrm>
            <a:off x="527300" y="940600"/>
            <a:ext cx="57027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</a:t>
            </a: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Flow</a:t>
            </a:r>
            <a:endParaRPr sz="4400">
              <a:solidFill>
                <a:srgbClr val="002060"/>
              </a:solidFill>
            </a:endParaRPr>
          </a:p>
        </p:txBody>
      </p:sp>
      <p:pic>
        <p:nvPicPr>
          <p:cNvPr id="1909" name="Google Shape;1909;g3eead5a18d0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4475" y="1701100"/>
            <a:ext cx="3665514" cy="497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3eead5a18d0_0_7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b="0" i="0" sz="1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g3eead5a18d0_0_7"/>
          <p:cNvSpPr txBox="1"/>
          <p:nvPr/>
        </p:nvSpPr>
        <p:spPr>
          <a:xfrm>
            <a:off x="845344" y="138033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reconfigurable digital logic device programmed using HDL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creation of custom hardware circuits in parallel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reprogrammed unlimited times using configuration bitstreams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logic blocks, memory blocks, DSP units, and I/O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applications that demand high speed and deterministic performance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8" name="Google Shape;1918;g3eead5a18d0_0_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9" name="Google Shape;1919;g3eead5a18d0_0_7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g3eead5a18d0_0_64"/>
          <p:cNvSpPr txBox="1"/>
          <p:nvPr/>
        </p:nvSpPr>
        <p:spPr>
          <a:xfrm>
            <a:off x="311150" y="655263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b="0" i="0" sz="1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g3eead5a18d0_0_64"/>
          <p:cNvSpPr txBox="1"/>
          <p:nvPr>
            <p:ph idx="12" type="sldNum"/>
          </p:nvPr>
        </p:nvSpPr>
        <p:spPr>
          <a:xfrm>
            <a:off x="7388771" y="689301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8" name="Google Shape;1928;g3eead5a18d0_0_64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g3eead5a18d0_0_64"/>
          <p:cNvSpPr/>
          <p:nvPr/>
        </p:nvSpPr>
        <p:spPr>
          <a:xfrm>
            <a:off x="2787838" y="1355159"/>
            <a:ext cx="4034700" cy="1078200"/>
          </a:xfrm>
          <a:prstGeom prst="rect">
            <a:avLst/>
          </a:prstGeom>
          <a:solidFill>
            <a:srgbClr val="6FA8DC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1">
                <a:latin typeface="Lexend"/>
                <a:ea typeface="Lexend"/>
                <a:cs typeface="Lexend"/>
                <a:sym typeface="Lexend"/>
              </a:rPr>
              <a:t>                     FPGA CHIP</a:t>
            </a:r>
            <a:endParaRPr b="1" sz="17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0" name="Google Shape;1930;g3eead5a18d0_0_64"/>
          <p:cNvSpPr/>
          <p:nvPr/>
        </p:nvSpPr>
        <p:spPr>
          <a:xfrm>
            <a:off x="2970465" y="1901555"/>
            <a:ext cx="1752300" cy="482400"/>
          </a:xfrm>
          <a:prstGeom prst="rect">
            <a:avLst/>
          </a:prstGeom>
          <a:solidFill>
            <a:srgbClr val="FFE599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I/O Blocks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g3eead5a18d0_0_64"/>
          <p:cNvSpPr/>
          <p:nvPr/>
        </p:nvSpPr>
        <p:spPr>
          <a:xfrm>
            <a:off x="4918547" y="1901555"/>
            <a:ext cx="1752300" cy="482400"/>
          </a:xfrm>
          <a:prstGeom prst="rect">
            <a:avLst/>
          </a:prstGeom>
          <a:solidFill>
            <a:srgbClr val="FFE599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I/O blocks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g3eead5a18d0_0_64"/>
          <p:cNvSpPr/>
          <p:nvPr/>
        </p:nvSpPr>
        <p:spPr>
          <a:xfrm>
            <a:off x="2849529" y="2723204"/>
            <a:ext cx="3911100" cy="784200"/>
          </a:xfrm>
          <a:prstGeom prst="rect">
            <a:avLst/>
          </a:prstGeom>
          <a:solidFill>
            <a:srgbClr val="9FC5E8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Routing Fabric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(Programmable interconnect connecting all FPGA resources)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g3eead5a18d0_0_64"/>
          <p:cNvSpPr/>
          <p:nvPr/>
        </p:nvSpPr>
        <p:spPr>
          <a:xfrm>
            <a:off x="1861799" y="3906495"/>
            <a:ext cx="1752300" cy="1422000"/>
          </a:xfrm>
          <a:prstGeom prst="rect">
            <a:avLst/>
          </a:prstGeom>
          <a:solidFill>
            <a:srgbClr val="D5A6BD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Logic slice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1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4" name="Google Shape;1934;g3eead5a18d0_0_64"/>
          <p:cNvSpPr/>
          <p:nvPr/>
        </p:nvSpPr>
        <p:spPr>
          <a:xfrm>
            <a:off x="2010697" y="4274750"/>
            <a:ext cx="1454400" cy="325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LUTs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g3eead5a18d0_0_64"/>
          <p:cNvSpPr/>
          <p:nvPr/>
        </p:nvSpPr>
        <p:spPr>
          <a:xfrm>
            <a:off x="2010697" y="4740231"/>
            <a:ext cx="1454400" cy="329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Flip-Flops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g3eead5a18d0_0_64"/>
          <p:cNvSpPr/>
          <p:nvPr/>
        </p:nvSpPr>
        <p:spPr>
          <a:xfrm>
            <a:off x="4093841" y="3933525"/>
            <a:ext cx="1454400" cy="1352700"/>
          </a:xfrm>
          <a:prstGeom prst="rect">
            <a:avLst/>
          </a:prstGeom>
          <a:solidFill>
            <a:srgbClr val="D5A6BD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BRAM Block RAM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(Memory                 block)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g3eead5a18d0_0_64"/>
          <p:cNvSpPr/>
          <p:nvPr/>
        </p:nvSpPr>
        <p:spPr>
          <a:xfrm>
            <a:off x="6028074" y="3916050"/>
            <a:ext cx="1662000" cy="1352700"/>
          </a:xfrm>
          <a:prstGeom prst="rect">
            <a:avLst/>
          </a:prstGeom>
          <a:solidFill>
            <a:srgbClr val="D5A6BD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DSP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DSP48/ALU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(Multiplexer,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Accumulator)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g3eead5a18d0_0_64"/>
          <p:cNvSpPr/>
          <p:nvPr/>
        </p:nvSpPr>
        <p:spPr>
          <a:xfrm>
            <a:off x="4093841" y="5643523"/>
            <a:ext cx="1752300" cy="784200"/>
          </a:xfrm>
          <a:prstGeom prst="rect">
            <a:avLst/>
          </a:prstGeom>
          <a:solidFill>
            <a:srgbClr val="D5A6BD"/>
          </a:solidFill>
          <a:ln cap="flat" cmpd="sng" w="11100">
            <a:solidFill>
              <a:srgbClr val="E7E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25" lIns="106525" spcFirstLastPara="1" rIns="106525" wrap="square" tIns="10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1">
                <a:latin typeface="Lexend"/>
                <a:ea typeface="Lexend"/>
                <a:cs typeface="Lexend"/>
                <a:sym typeface="Lexend"/>
              </a:rPr>
              <a:t>clock /Reset Management</a:t>
            </a:r>
            <a:endParaRPr b="1" sz="163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9" name="Google Shape;1939;g3eead5a18d0_0_64"/>
          <p:cNvCxnSpPr>
            <a:stCxn id="1930" idx="2"/>
          </p:cNvCxnSpPr>
          <p:nvPr/>
        </p:nvCxnSpPr>
        <p:spPr>
          <a:xfrm>
            <a:off x="3846615" y="2383955"/>
            <a:ext cx="600" cy="3531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0" name="Google Shape;1940;g3eead5a18d0_0_64"/>
          <p:cNvCxnSpPr/>
          <p:nvPr/>
        </p:nvCxnSpPr>
        <p:spPr>
          <a:xfrm>
            <a:off x="5656483" y="2379387"/>
            <a:ext cx="0" cy="3432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1" name="Google Shape;1941;g3eead5a18d0_0_64"/>
          <p:cNvCxnSpPr/>
          <p:nvPr/>
        </p:nvCxnSpPr>
        <p:spPr>
          <a:xfrm flipH="1">
            <a:off x="4640310" y="3502501"/>
            <a:ext cx="4500" cy="4368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2" name="Google Shape;1942;g3eead5a18d0_0_64"/>
          <p:cNvCxnSpPr/>
          <p:nvPr/>
        </p:nvCxnSpPr>
        <p:spPr>
          <a:xfrm>
            <a:off x="6458732" y="3502501"/>
            <a:ext cx="4500" cy="4191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3" name="Google Shape;1943;g3eead5a18d0_0_64"/>
          <p:cNvCxnSpPr/>
          <p:nvPr/>
        </p:nvCxnSpPr>
        <p:spPr>
          <a:xfrm>
            <a:off x="3242396" y="3506958"/>
            <a:ext cx="0" cy="4014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g3eead5a18d0_0_64"/>
          <p:cNvCxnSpPr/>
          <p:nvPr/>
        </p:nvCxnSpPr>
        <p:spPr>
          <a:xfrm rot="5400000">
            <a:off x="2505835" y="5557417"/>
            <a:ext cx="461100" cy="3000"/>
          </a:xfrm>
          <a:prstGeom prst="bentConnector3">
            <a:avLst>
              <a:gd fmla="val 50000" name="adj1"/>
            </a:avLst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5" name="Google Shape;1945;g3eead5a18d0_0_64"/>
          <p:cNvCxnSpPr/>
          <p:nvPr/>
        </p:nvCxnSpPr>
        <p:spPr>
          <a:xfrm>
            <a:off x="2730341" y="5784877"/>
            <a:ext cx="1372500" cy="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6" name="Google Shape;1946;g3eead5a18d0_0_64"/>
          <p:cNvCxnSpPr>
            <a:stCxn id="1936" idx="2"/>
          </p:cNvCxnSpPr>
          <p:nvPr/>
        </p:nvCxnSpPr>
        <p:spPr>
          <a:xfrm>
            <a:off x="4821041" y="5286225"/>
            <a:ext cx="4200" cy="3471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7" name="Google Shape;1947;g3eead5a18d0_0_64"/>
          <p:cNvCxnSpPr>
            <a:stCxn id="1937" idx="2"/>
          </p:cNvCxnSpPr>
          <p:nvPr/>
        </p:nvCxnSpPr>
        <p:spPr>
          <a:xfrm>
            <a:off x="6859074" y="5268750"/>
            <a:ext cx="8400" cy="5232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8" name="Google Shape;1948;g3eead5a18d0_0_64"/>
          <p:cNvCxnSpPr/>
          <p:nvPr/>
        </p:nvCxnSpPr>
        <p:spPr>
          <a:xfrm flipH="1">
            <a:off x="5853820" y="5791926"/>
            <a:ext cx="933000" cy="6000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3eead5a18d0_0_15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FPGA-Architecture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g3eead5a18d0_0_1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7" name="Google Shape;1957;g3eead5a18d0_0_15" title="image-removebg-preview (3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825" y="1506538"/>
            <a:ext cx="49339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g3eead5a18d0_0_15" title="Logo (1).png"/>
          <p:cNvPicPr preferRelativeResize="0"/>
          <p:nvPr/>
        </p:nvPicPr>
        <p:blipFill rotWithShape="1">
          <a:blip r:embed="rId4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eead5a18d0_0_145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b="0" i="0" sz="1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3eead5a18d0_0_145"/>
          <p:cNvSpPr txBox="1"/>
          <p:nvPr/>
        </p:nvSpPr>
        <p:spPr>
          <a:xfrm>
            <a:off x="845344" y="138033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Slices contain LUTs for combinational logic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Flip-Flops store sequential state between clock cycles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chains allow fast arithmetic inside slices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Slices are repeated thousands of times across the FPGA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the main building blocks of FPGA logic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g3eead5a18d0_0_14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8" name="Google Shape;1968;g3eead5a18d0_0_145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eead5a18d0_0_154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b="0" i="0" sz="1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g3eead5a18d0_0_15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7" name="Google Shape;1977;g3eead5a18d0_0_154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g3eead5a18d0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925" y="1625633"/>
            <a:ext cx="7750125" cy="27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3eead5a18d0_0_174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b="0" i="0" sz="1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g3eead5a18d0_0_17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7" name="Google Shape;1987;g3eead5a18d0_0_174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g3eead5a18d0_0_1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800" y="1447802"/>
            <a:ext cx="5448175" cy="20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g3eead5a18d0_0_1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800" y="4081300"/>
            <a:ext cx="5448175" cy="2083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3eead5a18d0_0_164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b="0" i="0" sz="1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g3eead5a18d0_0_16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8" name="Google Shape;1998;g3eead5a18d0_0_164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9" name="Google Shape;1999;g3eead5a18d0_0_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1607913"/>
            <a:ext cx="782955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3eead5a18d0_0_24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FPGA-Logic Elements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g3eead5a18d0_0_2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8" name="Google Shape;2008;g3eead5a18d0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875" y="1624688"/>
            <a:ext cx="5048250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9" name="Google Shape;2009;g3eead5a18d0_0_24" title="Logo (1).png"/>
          <p:cNvPicPr preferRelativeResize="0"/>
          <p:nvPr/>
        </p:nvPicPr>
        <p:blipFill rotWithShape="1">
          <a:blip r:embed="rId4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3eead5a18d0_0_36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FPGA-Logic Elements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g3eead5a18d0_0_36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8" name="Google Shape;2018;g3eead5a18d0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875" y="1624688"/>
            <a:ext cx="5048250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9" name="Google Shape;2019;g3eead5a18d0_0_36" title="Logo (1).png"/>
          <p:cNvPicPr preferRelativeResize="0"/>
          <p:nvPr/>
        </p:nvPicPr>
        <p:blipFill rotWithShape="1">
          <a:blip r:embed="rId4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3eead5a18d0_0_0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6" name="Google Shape;2026;g3eead5a18d0_0_0"/>
          <p:cNvSpPr txBox="1"/>
          <p:nvPr/>
        </p:nvSpPr>
        <p:spPr>
          <a:xfrm>
            <a:off x="990600" y="2743200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7" name="Google Shape;2027;g3eead5a18d0_0_0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2"/>
          <p:cNvSpPr txBox="1"/>
          <p:nvPr/>
        </p:nvSpPr>
        <p:spPr>
          <a:xfrm>
            <a:off x="654050" y="363538"/>
            <a:ext cx="737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UART Protocol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2"/>
          <p:cNvSpPr txBox="1"/>
          <p:nvPr/>
        </p:nvSpPr>
        <p:spPr>
          <a:xfrm>
            <a:off x="845344" y="1380332"/>
            <a:ext cx="7644605" cy="511413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25438" lvl="0" marL="32543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Hardware Description Language (HDL) used for modeling digital systems.</a:t>
            </a:r>
            <a:endParaRPr b="1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0" marL="32543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designers to describe the behavior and structure of electronic systems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0" marL="32543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</a:pPr>
            <a:r>
              <a:rPr b="1" i="1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*Verilog AMS used for modeling Analog &amp; Mixed Signal Language</a:t>
            </a:r>
            <a:endParaRPr b="1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0" marL="32543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2" marL="72548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in 1984 by Gateway Design Automation.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2" marL="72548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as IEEE 1364 in 1995.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0" marL="32543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Versions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8" lvl="2" marL="72548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Verilog-1995: The first IEEE standard.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2" marL="72548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Verilog-2001: Improved features and usability.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2" marL="72548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Verilog-2005: Minor updates and clarifications.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2" marL="72548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Char char="⬥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SystemVerilog (2005): Extension to Verilog for design and verification.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438" lvl="0" marL="325438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0" i="1" sz="20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6" name="Google Shape;2036;p2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3ea6b722f21_0_1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UART Protocol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g3ea6b722f21_0_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5" name="Google Shape;2045;g3ea6b722f2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75" y="1506538"/>
            <a:ext cx="8146246" cy="489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5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51"/>
          <p:cNvSpPr txBox="1"/>
          <p:nvPr/>
        </p:nvSpPr>
        <p:spPr>
          <a:xfrm>
            <a:off x="762000" y="2438400"/>
            <a:ext cx="737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Praveena</dc:creator>
</cp:coreProperties>
</file>